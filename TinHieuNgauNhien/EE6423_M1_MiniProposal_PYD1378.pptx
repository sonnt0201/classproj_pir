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2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5FB6EE-E174-422F-832D-520FCBF7C4D6}" v="1" dt="2023-12-03T15:49:52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hai Son 20212951" userId="1cc2d27b-409d-4f32-b2fa-bdfbc0d56b4f" providerId="ADAL" clId="{945FB6EE-E174-422F-832D-520FCBF7C4D6}"/>
    <pc:docChg chg="custSel modSld">
      <pc:chgData name="Nguyen Thai Son 20212951" userId="1cc2d27b-409d-4f32-b2fa-bdfbc0d56b4f" providerId="ADAL" clId="{945FB6EE-E174-422F-832D-520FCBF7C4D6}" dt="2024-05-07T09:47:04.856" v="290" actId="207"/>
      <pc:docMkLst>
        <pc:docMk/>
      </pc:docMkLst>
      <pc:sldChg chg="addSp modSp mod">
        <pc:chgData name="Nguyen Thai Son 20212951" userId="1cc2d27b-409d-4f32-b2fa-bdfbc0d56b4f" providerId="ADAL" clId="{945FB6EE-E174-422F-832D-520FCBF7C4D6}" dt="2023-12-03T15:51:12.208" v="289" actId="1076"/>
        <pc:sldMkLst>
          <pc:docMk/>
          <pc:sldMk cId="743172911" sldId="257"/>
        </pc:sldMkLst>
        <pc:spChg chg="mod">
          <ac:chgData name="Nguyen Thai Son 20212951" userId="1cc2d27b-409d-4f32-b2fa-bdfbc0d56b4f" providerId="ADAL" clId="{945FB6EE-E174-422F-832D-520FCBF7C4D6}" dt="2023-12-03T15:50:44.263" v="281" actId="14100"/>
          <ac:spMkLst>
            <pc:docMk/>
            <pc:sldMk cId="743172911" sldId="257"/>
            <ac:spMk id="3" creationId="{5702E00C-3125-4CD1-A5F8-64723BF48E3E}"/>
          </ac:spMkLst>
        </pc:spChg>
        <pc:spChg chg="mod">
          <ac:chgData name="Nguyen Thai Son 20212951" userId="1cc2d27b-409d-4f32-b2fa-bdfbc0d56b4f" providerId="ADAL" clId="{945FB6EE-E174-422F-832D-520FCBF7C4D6}" dt="2023-12-03T15:51:12.208" v="289" actId="1076"/>
          <ac:spMkLst>
            <pc:docMk/>
            <pc:sldMk cId="743172911" sldId="257"/>
            <ac:spMk id="4" creationId="{72BF49D9-2FCE-4950-8B1C-F580CC18F4C9}"/>
          </ac:spMkLst>
        </pc:spChg>
        <pc:spChg chg="add mod">
          <ac:chgData name="Nguyen Thai Son 20212951" userId="1cc2d27b-409d-4f32-b2fa-bdfbc0d56b4f" providerId="ADAL" clId="{945FB6EE-E174-422F-832D-520FCBF7C4D6}" dt="2023-12-03T15:51:09.691" v="288" actId="1076"/>
          <ac:spMkLst>
            <pc:docMk/>
            <pc:sldMk cId="743172911" sldId="257"/>
            <ac:spMk id="5" creationId="{8290BDA4-AB92-C116-B7FD-1D28C80DE932}"/>
          </ac:spMkLst>
        </pc:spChg>
      </pc:sldChg>
      <pc:sldChg chg="modSp mod">
        <pc:chgData name="Nguyen Thai Son 20212951" userId="1cc2d27b-409d-4f32-b2fa-bdfbc0d56b4f" providerId="ADAL" clId="{945FB6EE-E174-422F-832D-520FCBF7C4D6}" dt="2024-05-07T09:47:04.856" v="290" actId="207"/>
        <pc:sldMkLst>
          <pc:docMk/>
          <pc:sldMk cId="221433772" sldId="260"/>
        </pc:sldMkLst>
        <pc:spChg chg="mod">
          <ac:chgData name="Nguyen Thai Son 20212951" userId="1cc2d27b-409d-4f32-b2fa-bdfbc0d56b4f" providerId="ADAL" clId="{945FB6EE-E174-422F-832D-520FCBF7C4D6}" dt="2024-05-07T09:47:04.856" v="290" actId="207"/>
          <ac:spMkLst>
            <pc:docMk/>
            <pc:sldMk cId="221433772" sldId="260"/>
            <ac:spMk id="3" creationId="{3573E091-9DCD-4DE7-96D1-A93E44E0F5B9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</c:v>
                </c:pt>
              </c:strCache>
            </c:strRef>
          </c:tx>
          <c:spPr>
            <a:ln w="22225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Sheet1!$A$2:$A$601</c:f>
              <c:strCache>
                <c:ptCount val="6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4</c:v>
                </c:pt>
                <c:pt idx="54">
                  <c:v>4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4</c:v>
                </c:pt>
                <c:pt idx="60">
                  <c:v>4</c:v>
                </c:pt>
                <c:pt idx="61">
                  <c:v>4</c:v>
                </c:pt>
                <c:pt idx="62">
                  <c:v>4</c:v>
                </c:pt>
                <c:pt idx="63">
                  <c:v>4</c:v>
                </c:pt>
                <c:pt idx="64">
                  <c:v>4</c:v>
                </c:pt>
                <c:pt idx="65">
                  <c:v>4</c:v>
                </c:pt>
                <c:pt idx="66">
                  <c:v>4</c:v>
                </c:pt>
                <c:pt idx="67">
                  <c:v>4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6</c:v>
                </c:pt>
                <c:pt idx="84">
                  <c:v>6</c:v>
                </c:pt>
                <c:pt idx="85">
                  <c:v>6</c:v>
                </c:pt>
                <c:pt idx="86">
                  <c:v>6</c:v>
                </c:pt>
                <c:pt idx="87">
                  <c:v>6</c:v>
                </c:pt>
                <c:pt idx="88">
                  <c:v>6</c:v>
                </c:pt>
                <c:pt idx="89">
                  <c:v>6</c:v>
                </c:pt>
                <c:pt idx="90">
                  <c:v>6</c:v>
                </c:pt>
                <c:pt idx="91">
                  <c:v>6</c:v>
                </c:pt>
                <c:pt idx="92">
                  <c:v>6</c:v>
                </c:pt>
                <c:pt idx="93">
                  <c:v>6</c:v>
                </c:pt>
                <c:pt idx="94">
                  <c:v>6</c:v>
                </c:pt>
                <c:pt idx="95">
                  <c:v>6</c:v>
                </c:pt>
                <c:pt idx="96">
                  <c:v>6</c:v>
                </c:pt>
                <c:pt idx="97">
                  <c:v>6</c:v>
                </c:pt>
                <c:pt idx="98">
                  <c:v>7</c:v>
                </c:pt>
                <c:pt idx="99">
                  <c:v>7</c:v>
                </c:pt>
                <c:pt idx="100">
                  <c:v>7</c:v>
                </c:pt>
                <c:pt idx="101">
                  <c:v>7</c:v>
                </c:pt>
                <c:pt idx="102">
                  <c:v>7</c:v>
                </c:pt>
                <c:pt idx="103">
                  <c:v>7</c:v>
                </c:pt>
                <c:pt idx="104">
                  <c:v>7</c:v>
                </c:pt>
                <c:pt idx="105">
                  <c:v>7</c:v>
                </c:pt>
                <c:pt idx="106">
                  <c:v>7</c:v>
                </c:pt>
                <c:pt idx="107">
                  <c:v>7</c:v>
                </c:pt>
                <c:pt idx="108">
                  <c:v>7</c:v>
                </c:pt>
                <c:pt idx="109">
                  <c:v>7</c:v>
                </c:pt>
                <c:pt idx="110">
                  <c:v>7</c:v>
                </c:pt>
                <c:pt idx="111">
                  <c:v>7</c:v>
                </c:pt>
                <c:pt idx="112">
                  <c:v>7</c:v>
                </c:pt>
                <c:pt idx="113">
                  <c:v>8</c:v>
                </c:pt>
                <c:pt idx="114">
                  <c:v>8</c:v>
                </c:pt>
                <c:pt idx="115">
                  <c:v>8</c:v>
                </c:pt>
                <c:pt idx="116">
                  <c:v>8</c:v>
                </c:pt>
                <c:pt idx="117">
                  <c:v>8</c:v>
                </c:pt>
                <c:pt idx="118">
                  <c:v>8</c:v>
                </c:pt>
                <c:pt idx="119">
                  <c:v>8</c:v>
                </c:pt>
                <c:pt idx="120">
                  <c:v>8</c:v>
                </c:pt>
                <c:pt idx="121">
                  <c:v>8</c:v>
                </c:pt>
                <c:pt idx="122">
                  <c:v>8</c:v>
                </c:pt>
                <c:pt idx="123">
                  <c:v>8</c:v>
                </c:pt>
                <c:pt idx="124">
                  <c:v>8</c:v>
                </c:pt>
                <c:pt idx="125">
                  <c:v>8</c:v>
                </c:pt>
                <c:pt idx="126">
                  <c:v>8</c:v>
                </c:pt>
                <c:pt idx="127">
                  <c:v>8</c:v>
                </c:pt>
                <c:pt idx="128">
                  <c:v>9</c:v>
                </c:pt>
                <c:pt idx="129">
                  <c:v>9</c:v>
                </c:pt>
                <c:pt idx="130">
                  <c:v>9</c:v>
                </c:pt>
                <c:pt idx="131">
                  <c:v>9</c:v>
                </c:pt>
                <c:pt idx="132">
                  <c:v>9</c:v>
                </c:pt>
                <c:pt idx="133">
                  <c:v>9</c:v>
                </c:pt>
                <c:pt idx="134">
                  <c:v>9</c:v>
                </c:pt>
                <c:pt idx="135">
                  <c:v>9</c:v>
                </c:pt>
                <c:pt idx="136">
                  <c:v>9</c:v>
                </c:pt>
                <c:pt idx="137">
                  <c:v>9</c:v>
                </c:pt>
                <c:pt idx="138">
                  <c:v>9</c:v>
                </c:pt>
                <c:pt idx="139">
                  <c:v>9</c:v>
                </c:pt>
                <c:pt idx="140">
                  <c:v>9</c:v>
                </c:pt>
                <c:pt idx="141">
                  <c:v>9</c:v>
                </c:pt>
                <c:pt idx="142">
                  <c:v>9</c:v>
                </c:pt>
                <c:pt idx="143">
                  <c:v>10</c:v>
                </c:pt>
                <c:pt idx="144">
                  <c:v>10</c:v>
                </c:pt>
                <c:pt idx="145">
                  <c:v>10</c:v>
                </c:pt>
                <c:pt idx="146">
                  <c:v>10</c:v>
                </c:pt>
                <c:pt idx="147">
                  <c:v>10</c:v>
                </c:pt>
                <c:pt idx="148">
                  <c:v>10</c:v>
                </c:pt>
                <c:pt idx="149">
                  <c:v>10</c:v>
                </c:pt>
                <c:pt idx="150">
                  <c:v>10</c:v>
                </c:pt>
                <c:pt idx="151">
                  <c:v>10</c:v>
                </c:pt>
                <c:pt idx="152">
                  <c:v>10</c:v>
                </c:pt>
                <c:pt idx="153">
                  <c:v>10</c:v>
                </c:pt>
                <c:pt idx="154">
                  <c:v>10</c:v>
                </c:pt>
                <c:pt idx="155">
                  <c:v>10</c:v>
                </c:pt>
                <c:pt idx="156">
                  <c:v>10</c:v>
                </c:pt>
                <c:pt idx="157">
                  <c:v>10</c:v>
                </c:pt>
                <c:pt idx="158">
                  <c:v>11</c:v>
                </c:pt>
                <c:pt idx="159">
                  <c:v>11</c:v>
                </c:pt>
                <c:pt idx="160">
                  <c:v>11</c:v>
                </c:pt>
                <c:pt idx="161">
                  <c:v>11</c:v>
                </c:pt>
                <c:pt idx="162">
                  <c:v>11</c:v>
                </c:pt>
                <c:pt idx="163">
                  <c:v>11</c:v>
                </c:pt>
                <c:pt idx="164">
                  <c:v>11</c:v>
                </c:pt>
                <c:pt idx="165">
                  <c:v>11</c:v>
                </c:pt>
                <c:pt idx="166">
                  <c:v>11</c:v>
                </c:pt>
                <c:pt idx="167">
                  <c:v>11</c:v>
                </c:pt>
                <c:pt idx="168">
                  <c:v>11</c:v>
                </c:pt>
                <c:pt idx="169">
                  <c:v>11</c:v>
                </c:pt>
                <c:pt idx="170">
                  <c:v>11</c:v>
                </c:pt>
                <c:pt idx="171">
                  <c:v>11</c:v>
                </c:pt>
                <c:pt idx="172">
                  <c:v>11</c:v>
                </c:pt>
                <c:pt idx="173">
                  <c:v>12</c:v>
                </c:pt>
                <c:pt idx="174">
                  <c:v>12</c:v>
                </c:pt>
                <c:pt idx="175">
                  <c:v>12</c:v>
                </c:pt>
                <c:pt idx="176">
                  <c:v>12</c:v>
                </c:pt>
                <c:pt idx="177">
                  <c:v>12</c:v>
                </c:pt>
                <c:pt idx="178">
                  <c:v>12</c:v>
                </c:pt>
                <c:pt idx="179">
                  <c:v>12</c:v>
                </c:pt>
                <c:pt idx="180">
                  <c:v>12</c:v>
                </c:pt>
                <c:pt idx="181">
                  <c:v>12</c:v>
                </c:pt>
                <c:pt idx="182">
                  <c:v>12</c:v>
                </c:pt>
                <c:pt idx="183">
                  <c:v>12</c:v>
                </c:pt>
                <c:pt idx="184">
                  <c:v>12</c:v>
                </c:pt>
                <c:pt idx="185">
                  <c:v>12</c:v>
                </c:pt>
                <c:pt idx="186">
                  <c:v>12</c:v>
                </c:pt>
                <c:pt idx="187">
                  <c:v>12</c:v>
                </c:pt>
                <c:pt idx="188">
                  <c:v>13</c:v>
                </c:pt>
                <c:pt idx="189">
                  <c:v>13</c:v>
                </c:pt>
                <c:pt idx="190">
                  <c:v>13</c:v>
                </c:pt>
                <c:pt idx="191">
                  <c:v>13</c:v>
                </c:pt>
                <c:pt idx="192">
                  <c:v>13</c:v>
                </c:pt>
                <c:pt idx="193">
                  <c:v>13</c:v>
                </c:pt>
                <c:pt idx="194">
                  <c:v>13</c:v>
                </c:pt>
                <c:pt idx="195">
                  <c:v>13</c:v>
                </c:pt>
                <c:pt idx="196">
                  <c:v>13</c:v>
                </c:pt>
                <c:pt idx="197">
                  <c:v>13</c:v>
                </c:pt>
                <c:pt idx="198">
                  <c:v>13</c:v>
                </c:pt>
                <c:pt idx="199">
                  <c:v>13</c:v>
                </c:pt>
                <c:pt idx="200">
                  <c:v>13</c:v>
                </c:pt>
                <c:pt idx="201">
                  <c:v>13</c:v>
                </c:pt>
                <c:pt idx="202">
                  <c:v>13</c:v>
                </c:pt>
                <c:pt idx="203">
                  <c:v>14</c:v>
                </c:pt>
                <c:pt idx="204">
                  <c:v>14</c:v>
                </c:pt>
                <c:pt idx="205">
                  <c:v>14</c:v>
                </c:pt>
                <c:pt idx="206">
                  <c:v>14</c:v>
                </c:pt>
                <c:pt idx="207">
                  <c:v>14</c:v>
                </c:pt>
                <c:pt idx="208">
                  <c:v>14</c:v>
                </c:pt>
                <c:pt idx="209">
                  <c:v>14</c:v>
                </c:pt>
                <c:pt idx="210">
                  <c:v>14</c:v>
                </c:pt>
                <c:pt idx="211">
                  <c:v>14</c:v>
                </c:pt>
                <c:pt idx="212">
                  <c:v>14</c:v>
                </c:pt>
                <c:pt idx="213">
                  <c:v>14</c:v>
                </c:pt>
                <c:pt idx="214">
                  <c:v>14</c:v>
                </c:pt>
                <c:pt idx="215">
                  <c:v>14</c:v>
                </c:pt>
                <c:pt idx="216">
                  <c:v>14</c:v>
                </c:pt>
                <c:pt idx="217">
                  <c:v>14</c:v>
                </c:pt>
                <c:pt idx="218">
                  <c:v>15</c:v>
                </c:pt>
                <c:pt idx="219">
                  <c:v>15</c:v>
                </c:pt>
                <c:pt idx="220">
                  <c:v>15</c:v>
                </c:pt>
                <c:pt idx="221">
                  <c:v>15</c:v>
                </c:pt>
                <c:pt idx="222">
                  <c:v>15</c:v>
                </c:pt>
                <c:pt idx="223">
                  <c:v>15</c:v>
                </c:pt>
                <c:pt idx="224">
                  <c:v>15</c:v>
                </c:pt>
                <c:pt idx="225">
                  <c:v>15</c:v>
                </c:pt>
                <c:pt idx="226">
                  <c:v>15</c:v>
                </c:pt>
                <c:pt idx="227">
                  <c:v>15</c:v>
                </c:pt>
                <c:pt idx="228">
                  <c:v>15</c:v>
                </c:pt>
                <c:pt idx="229">
                  <c:v>15</c:v>
                </c:pt>
                <c:pt idx="230">
                  <c:v>15</c:v>
                </c:pt>
                <c:pt idx="231">
                  <c:v>15</c:v>
                </c:pt>
                <c:pt idx="232">
                  <c:v>15</c:v>
                </c:pt>
                <c:pt idx="233">
                  <c:v>16</c:v>
                </c:pt>
                <c:pt idx="234">
                  <c:v>16</c:v>
                </c:pt>
                <c:pt idx="235">
                  <c:v>16</c:v>
                </c:pt>
                <c:pt idx="236">
                  <c:v>16</c:v>
                </c:pt>
                <c:pt idx="237">
                  <c:v>16</c:v>
                </c:pt>
                <c:pt idx="238">
                  <c:v>16</c:v>
                </c:pt>
                <c:pt idx="239">
                  <c:v>16</c:v>
                </c:pt>
                <c:pt idx="240">
                  <c:v>16</c:v>
                </c:pt>
                <c:pt idx="241">
                  <c:v>16</c:v>
                </c:pt>
                <c:pt idx="242">
                  <c:v>16</c:v>
                </c:pt>
                <c:pt idx="243">
                  <c:v>16</c:v>
                </c:pt>
                <c:pt idx="244">
                  <c:v>16</c:v>
                </c:pt>
                <c:pt idx="245">
                  <c:v>16</c:v>
                </c:pt>
                <c:pt idx="246">
                  <c:v>16</c:v>
                </c:pt>
                <c:pt idx="247">
                  <c:v>16</c:v>
                </c:pt>
                <c:pt idx="248">
                  <c:v>17</c:v>
                </c:pt>
                <c:pt idx="249">
                  <c:v>17</c:v>
                </c:pt>
                <c:pt idx="250">
                  <c:v>17</c:v>
                </c:pt>
                <c:pt idx="251">
                  <c:v>17</c:v>
                </c:pt>
                <c:pt idx="252">
                  <c:v>17</c:v>
                </c:pt>
                <c:pt idx="253">
                  <c:v>17</c:v>
                </c:pt>
                <c:pt idx="254">
                  <c:v>17</c:v>
                </c:pt>
                <c:pt idx="255">
                  <c:v>17</c:v>
                </c:pt>
                <c:pt idx="256">
                  <c:v>17</c:v>
                </c:pt>
                <c:pt idx="257">
                  <c:v>17</c:v>
                </c:pt>
                <c:pt idx="258">
                  <c:v>17</c:v>
                </c:pt>
                <c:pt idx="259">
                  <c:v>17</c:v>
                </c:pt>
                <c:pt idx="260">
                  <c:v>17</c:v>
                </c:pt>
                <c:pt idx="261">
                  <c:v>17</c:v>
                </c:pt>
                <c:pt idx="262">
                  <c:v>17</c:v>
                </c:pt>
                <c:pt idx="263">
                  <c:v>18</c:v>
                </c:pt>
                <c:pt idx="264">
                  <c:v>18</c:v>
                </c:pt>
                <c:pt idx="265">
                  <c:v>18</c:v>
                </c:pt>
                <c:pt idx="266">
                  <c:v>18</c:v>
                </c:pt>
                <c:pt idx="267">
                  <c:v>18</c:v>
                </c:pt>
                <c:pt idx="268">
                  <c:v>18</c:v>
                </c:pt>
                <c:pt idx="269">
                  <c:v>18</c:v>
                </c:pt>
                <c:pt idx="270">
                  <c:v>18</c:v>
                </c:pt>
                <c:pt idx="271">
                  <c:v>18</c:v>
                </c:pt>
                <c:pt idx="272">
                  <c:v>18</c:v>
                </c:pt>
                <c:pt idx="273">
                  <c:v>18</c:v>
                </c:pt>
                <c:pt idx="274">
                  <c:v>18</c:v>
                </c:pt>
                <c:pt idx="275">
                  <c:v>18</c:v>
                </c:pt>
                <c:pt idx="276">
                  <c:v>18</c:v>
                </c:pt>
                <c:pt idx="277">
                  <c:v>18</c:v>
                </c:pt>
                <c:pt idx="278">
                  <c:v>19</c:v>
                </c:pt>
                <c:pt idx="279">
                  <c:v>19</c:v>
                </c:pt>
                <c:pt idx="280">
                  <c:v>19</c:v>
                </c:pt>
                <c:pt idx="281">
                  <c:v>19</c:v>
                </c:pt>
                <c:pt idx="282">
                  <c:v>19</c:v>
                </c:pt>
                <c:pt idx="283">
                  <c:v>19</c:v>
                </c:pt>
                <c:pt idx="284">
                  <c:v>19</c:v>
                </c:pt>
                <c:pt idx="285">
                  <c:v>19</c:v>
                </c:pt>
                <c:pt idx="286">
                  <c:v>19</c:v>
                </c:pt>
                <c:pt idx="287">
                  <c:v>19</c:v>
                </c:pt>
                <c:pt idx="288">
                  <c:v>19</c:v>
                </c:pt>
                <c:pt idx="289">
                  <c:v>19</c:v>
                </c:pt>
                <c:pt idx="290">
                  <c:v>19</c:v>
                </c:pt>
                <c:pt idx="291">
                  <c:v>19</c:v>
                </c:pt>
                <c:pt idx="292">
                  <c:v>19</c:v>
                </c:pt>
                <c:pt idx="293">
                  <c:v>20</c:v>
                </c:pt>
                <c:pt idx="294">
                  <c:v>20</c:v>
                </c:pt>
                <c:pt idx="295">
                  <c:v>20</c:v>
                </c:pt>
                <c:pt idx="296">
                  <c:v>20</c:v>
                </c:pt>
                <c:pt idx="297">
                  <c:v>20</c:v>
                </c:pt>
                <c:pt idx="298">
                  <c:v>20</c:v>
                </c:pt>
                <c:pt idx="299">
                  <c:v>20</c:v>
                </c:pt>
                <c:pt idx="300">
                  <c:v>20</c:v>
                </c:pt>
                <c:pt idx="301">
                  <c:v>20</c:v>
                </c:pt>
                <c:pt idx="302">
                  <c:v>20</c:v>
                </c:pt>
                <c:pt idx="303">
                  <c:v>20</c:v>
                </c:pt>
                <c:pt idx="304">
                  <c:v>20</c:v>
                </c:pt>
                <c:pt idx="305">
                  <c:v>20</c:v>
                </c:pt>
                <c:pt idx="306">
                  <c:v>20</c:v>
                </c:pt>
                <c:pt idx="307">
                  <c:v>20</c:v>
                </c:pt>
                <c:pt idx="308">
                  <c:v>21</c:v>
                </c:pt>
                <c:pt idx="309">
                  <c:v>21</c:v>
                </c:pt>
                <c:pt idx="310">
                  <c:v>21</c:v>
                </c:pt>
                <c:pt idx="311">
                  <c:v>21</c:v>
                </c:pt>
                <c:pt idx="312">
                  <c:v>21</c:v>
                </c:pt>
                <c:pt idx="313">
                  <c:v>21</c:v>
                </c:pt>
                <c:pt idx="314">
                  <c:v>21</c:v>
                </c:pt>
                <c:pt idx="315">
                  <c:v>21</c:v>
                </c:pt>
                <c:pt idx="316">
                  <c:v>21</c:v>
                </c:pt>
                <c:pt idx="317">
                  <c:v>21</c:v>
                </c:pt>
                <c:pt idx="318">
                  <c:v>21</c:v>
                </c:pt>
                <c:pt idx="319">
                  <c:v>21</c:v>
                </c:pt>
                <c:pt idx="320">
                  <c:v>21</c:v>
                </c:pt>
                <c:pt idx="321">
                  <c:v>21</c:v>
                </c:pt>
                <c:pt idx="322">
                  <c:v>21</c:v>
                </c:pt>
                <c:pt idx="323">
                  <c:v>22</c:v>
                </c:pt>
                <c:pt idx="324">
                  <c:v>22</c:v>
                </c:pt>
                <c:pt idx="325">
                  <c:v>22</c:v>
                </c:pt>
                <c:pt idx="326">
                  <c:v>22</c:v>
                </c:pt>
                <c:pt idx="327">
                  <c:v>22</c:v>
                </c:pt>
                <c:pt idx="328">
                  <c:v>22</c:v>
                </c:pt>
                <c:pt idx="329">
                  <c:v>22</c:v>
                </c:pt>
                <c:pt idx="330">
                  <c:v>22</c:v>
                </c:pt>
                <c:pt idx="331">
                  <c:v>22</c:v>
                </c:pt>
                <c:pt idx="332">
                  <c:v>22</c:v>
                </c:pt>
                <c:pt idx="333">
                  <c:v>22</c:v>
                </c:pt>
                <c:pt idx="334">
                  <c:v>22</c:v>
                </c:pt>
                <c:pt idx="335">
                  <c:v>22</c:v>
                </c:pt>
                <c:pt idx="336">
                  <c:v>22</c:v>
                </c:pt>
                <c:pt idx="337">
                  <c:v>22</c:v>
                </c:pt>
                <c:pt idx="338">
                  <c:v>23</c:v>
                </c:pt>
                <c:pt idx="339">
                  <c:v>23</c:v>
                </c:pt>
                <c:pt idx="340">
                  <c:v>23</c:v>
                </c:pt>
                <c:pt idx="341">
                  <c:v>23</c:v>
                </c:pt>
                <c:pt idx="342">
                  <c:v>23</c:v>
                </c:pt>
                <c:pt idx="343">
                  <c:v>23</c:v>
                </c:pt>
                <c:pt idx="344">
                  <c:v>23</c:v>
                </c:pt>
                <c:pt idx="345">
                  <c:v>23</c:v>
                </c:pt>
                <c:pt idx="346">
                  <c:v>23</c:v>
                </c:pt>
                <c:pt idx="347">
                  <c:v>23</c:v>
                </c:pt>
                <c:pt idx="348">
                  <c:v>23</c:v>
                </c:pt>
                <c:pt idx="349">
                  <c:v>23</c:v>
                </c:pt>
                <c:pt idx="350">
                  <c:v>23</c:v>
                </c:pt>
                <c:pt idx="351">
                  <c:v>23</c:v>
                </c:pt>
                <c:pt idx="352">
                  <c:v>23</c:v>
                </c:pt>
                <c:pt idx="353">
                  <c:v>24</c:v>
                </c:pt>
                <c:pt idx="354">
                  <c:v>24</c:v>
                </c:pt>
                <c:pt idx="355">
                  <c:v>24</c:v>
                </c:pt>
                <c:pt idx="356">
                  <c:v>24</c:v>
                </c:pt>
                <c:pt idx="357">
                  <c:v>24</c:v>
                </c:pt>
                <c:pt idx="358">
                  <c:v>24</c:v>
                </c:pt>
                <c:pt idx="359">
                  <c:v>24</c:v>
                </c:pt>
                <c:pt idx="360">
                  <c:v>24</c:v>
                </c:pt>
                <c:pt idx="361">
                  <c:v>24</c:v>
                </c:pt>
                <c:pt idx="362">
                  <c:v>24</c:v>
                </c:pt>
                <c:pt idx="363">
                  <c:v>24</c:v>
                </c:pt>
                <c:pt idx="364">
                  <c:v>24</c:v>
                </c:pt>
                <c:pt idx="365">
                  <c:v>24</c:v>
                </c:pt>
                <c:pt idx="366">
                  <c:v>24</c:v>
                </c:pt>
                <c:pt idx="367">
                  <c:v>24</c:v>
                </c:pt>
                <c:pt idx="368">
                  <c:v>25</c:v>
                </c:pt>
                <c:pt idx="369">
                  <c:v>25</c:v>
                </c:pt>
                <c:pt idx="370">
                  <c:v>25</c:v>
                </c:pt>
                <c:pt idx="371">
                  <c:v>25</c:v>
                </c:pt>
                <c:pt idx="372">
                  <c:v>25</c:v>
                </c:pt>
                <c:pt idx="373">
                  <c:v>25</c:v>
                </c:pt>
                <c:pt idx="374">
                  <c:v>25</c:v>
                </c:pt>
                <c:pt idx="375">
                  <c:v>25</c:v>
                </c:pt>
                <c:pt idx="376">
                  <c:v>25</c:v>
                </c:pt>
                <c:pt idx="377">
                  <c:v>25</c:v>
                </c:pt>
                <c:pt idx="378">
                  <c:v>25</c:v>
                </c:pt>
                <c:pt idx="379">
                  <c:v>25</c:v>
                </c:pt>
                <c:pt idx="380">
                  <c:v>25</c:v>
                </c:pt>
                <c:pt idx="381">
                  <c:v>25</c:v>
                </c:pt>
                <c:pt idx="382">
                  <c:v>25</c:v>
                </c:pt>
                <c:pt idx="383">
                  <c:v>26</c:v>
                </c:pt>
                <c:pt idx="384">
                  <c:v>26</c:v>
                </c:pt>
                <c:pt idx="385">
                  <c:v>26</c:v>
                </c:pt>
                <c:pt idx="386">
                  <c:v>26</c:v>
                </c:pt>
                <c:pt idx="387">
                  <c:v>26</c:v>
                </c:pt>
                <c:pt idx="388">
                  <c:v>26</c:v>
                </c:pt>
                <c:pt idx="389">
                  <c:v>26</c:v>
                </c:pt>
                <c:pt idx="390">
                  <c:v>26</c:v>
                </c:pt>
                <c:pt idx="391">
                  <c:v>26</c:v>
                </c:pt>
                <c:pt idx="392">
                  <c:v>26</c:v>
                </c:pt>
                <c:pt idx="393">
                  <c:v>26</c:v>
                </c:pt>
                <c:pt idx="394">
                  <c:v>26</c:v>
                </c:pt>
                <c:pt idx="395">
                  <c:v>26</c:v>
                </c:pt>
                <c:pt idx="396">
                  <c:v>26</c:v>
                </c:pt>
                <c:pt idx="397">
                  <c:v>26</c:v>
                </c:pt>
                <c:pt idx="398">
                  <c:v>27</c:v>
                </c:pt>
                <c:pt idx="399">
                  <c:v>27</c:v>
                </c:pt>
                <c:pt idx="400">
                  <c:v>27</c:v>
                </c:pt>
                <c:pt idx="401">
                  <c:v>27</c:v>
                </c:pt>
                <c:pt idx="402">
                  <c:v>27</c:v>
                </c:pt>
                <c:pt idx="403">
                  <c:v>27</c:v>
                </c:pt>
                <c:pt idx="404">
                  <c:v>27</c:v>
                </c:pt>
                <c:pt idx="405">
                  <c:v>27</c:v>
                </c:pt>
                <c:pt idx="406">
                  <c:v>27</c:v>
                </c:pt>
                <c:pt idx="407">
                  <c:v>27</c:v>
                </c:pt>
                <c:pt idx="408">
                  <c:v>27</c:v>
                </c:pt>
                <c:pt idx="409">
                  <c:v>27</c:v>
                </c:pt>
                <c:pt idx="410">
                  <c:v>27</c:v>
                </c:pt>
                <c:pt idx="411">
                  <c:v>27</c:v>
                </c:pt>
                <c:pt idx="412">
                  <c:v>27</c:v>
                </c:pt>
                <c:pt idx="413">
                  <c:v>28</c:v>
                </c:pt>
                <c:pt idx="414">
                  <c:v>28</c:v>
                </c:pt>
                <c:pt idx="415">
                  <c:v>28</c:v>
                </c:pt>
                <c:pt idx="416">
                  <c:v>28</c:v>
                </c:pt>
                <c:pt idx="417">
                  <c:v>28</c:v>
                </c:pt>
                <c:pt idx="418">
                  <c:v>28</c:v>
                </c:pt>
                <c:pt idx="419">
                  <c:v>28</c:v>
                </c:pt>
                <c:pt idx="420">
                  <c:v>28</c:v>
                </c:pt>
                <c:pt idx="421">
                  <c:v>28</c:v>
                </c:pt>
                <c:pt idx="422">
                  <c:v>28</c:v>
                </c:pt>
                <c:pt idx="423">
                  <c:v>28</c:v>
                </c:pt>
                <c:pt idx="424">
                  <c:v>28</c:v>
                </c:pt>
                <c:pt idx="425">
                  <c:v>28</c:v>
                </c:pt>
                <c:pt idx="426">
                  <c:v>28</c:v>
                </c:pt>
                <c:pt idx="427">
                  <c:v>28</c:v>
                </c:pt>
                <c:pt idx="428">
                  <c:v>29</c:v>
                </c:pt>
                <c:pt idx="429">
                  <c:v>29</c:v>
                </c:pt>
                <c:pt idx="430">
                  <c:v>29</c:v>
                </c:pt>
                <c:pt idx="431">
                  <c:v>29</c:v>
                </c:pt>
                <c:pt idx="432">
                  <c:v>29</c:v>
                </c:pt>
                <c:pt idx="433">
                  <c:v>29</c:v>
                </c:pt>
                <c:pt idx="434">
                  <c:v>29</c:v>
                </c:pt>
                <c:pt idx="435">
                  <c:v>29</c:v>
                </c:pt>
                <c:pt idx="436">
                  <c:v>29</c:v>
                </c:pt>
                <c:pt idx="437">
                  <c:v>29</c:v>
                </c:pt>
                <c:pt idx="438">
                  <c:v>29</c:v>
                </c:pt>
                <c:pt idx="439">
                  <c:v>29</c:v>
                </c:pt>
                <c:pt idx="440">
                  <c:v>29</c:v>
                </c:pt>
                <c:pt idx="441">
                  <c:v>29</c:v>
                </c:pt>
                <c:pt idx="442">
                  <c:v>29</c:v>
                </c:pt>
                <c:pt idx="443">
                  <c:v>30</c:v>
                </c:pt>
                <c:pt idx="444">
                  <c:v>30</c:v>
                </c:pt>
                <c:pt idx="445">
                  <c:v>30</c:v>
                </c:pt>
                <c:pt idx="446">
                  <c:v>30</c:v>
                </c:pt>
                <c:pt idx="447">
                  <c:v>30</c:v>
                </c:pt>
                <c:pt idx="448">
                  <c:v>30</c:v>
                </c:pt>
                <c:pt idx="449">
                  <c:v>30</c:v>
                </c:pt>
                <c:pt idx="450">
                  <c:v>30</c:v>
                </c:pt>
                <c:pt idx="451">
                  <c:v>30</c:v>
                </c:pt>
                <c:pt idx="452">
                  <c:v>30</c:v>
                </c:pt>
                <c:pt idx="453">
                  <c:v>30</c:v>
                </c:pt>
                <c:pt idx="454">
                  <c:v>30</c:v>
                </c:pt>
                <c:pt idx="455">
                  <c:v>30</c:v>
                </c:pt>
                <c:pt idx="456">
                  <c:v>30</c:v>
                </c:pt>
                <c:pt idx="457">
                  <c:v>30</c:v>
                </c:pt>
                <c:pt idx="458">
                  <c:v>31</c:v>
                </c:pt>
                <c:pt idx="459">
                  <c:v>31</c:v>
                </c:pt>
                <c:pt idx="460">
                  <c:v>31</c:v>
                </c:pt>
                <c:pt idx="461">
                  <c:v>31</c:v>
                </c:pt>
                <c:pt idx="462">
                  <c:v>31</c:v>
                </c:pt>
                <c:pt idx="463">
                  <c:v>31</c:v>
                </c:pt>
                <c:pt idx="464">
                  <c:v>31</c:v>
                </c:pt>
                <c:pt idx="465">
                  <c:v>31</c:v>
                </c:pt>
                <c:pt idx="466">
                  <c:v>31</c:v>
                </c:pt>
                <c:pt idx="467">
                  <c:v>31</c:v>
                </c:pt>
                <c:pt idx="468">
                  <c:v>31</c:v>
                </c:pt>
                <c:pt idx="469">
                  <c:v>31</c:v>
                </c:pt>
                <c:pt idx="470">
                  <c:v>31</c:v>
                </c:pt>
                <c:pt idx="471">
                  <c:v>31</c:v>
                </c:pt>
                <c:pt idx="472">
                  <c:v>31</c:v>
                </c:pt>
                <c:pt idx="473">
                  <c:v>32</c:v>
                </c:pt>
                <c:pt idx="474">
                  <c:v>32</c:v>
                </c:pt>
                <c:pt idx="475">
                  <c:v>32</c:v>
                </c:pt>
                <c:pt idx="476">
                  <c:v>32</c:v>
                </c:pt>
                <c:pt idx="477">
                  <c:v>32</c:v>
                </c:pt>
                <c:pt idx="478">
                  <c:v>32</c:v>
                </c:pt>
                <c:pt idx="479">
                  <c:v>32</c:v>
                </c:pt>
                <c:pt idx="480">
                  <c:v>32</c:v>
                </c:pt>
                <c:pt idx="481">
                  <c:v>32</c:v>
                </c:pt>
                <c:pt idx="482">
                  <c:v>32</c:v>
                </c:pt>
                <c:pt idx="483">
                  <c:v>32</c:v>
                </c:pt>
                <c:pt idx="484">
                  <c:v>32</c:v>
                </c:pt>
                <c:pt idx="485">
                  <c:v>32</c:v>
                </c:pt>
                <c:pt idx="486">
                  <c:v>32</c:v>
                </c:pt>
                <c:pt idx="487">
                  <c:v>32</c:v>
                </c:pt>
                <c:pt idx="488">
                  <c:v>33</c:v>
                </c:pt>
                <c:pt idx="489">
                  <c:v>33</c:v>
                </c:pt>
                <c:pt idx="490">
                  <c:v>33</c:v>
                </c:pt>
                <c:pt idx="491">
                  <c:v>33</c:v>
                </c:pt>
                <c:pt idx="492">
                  <c:v>33</c:v>
                </c:pt>
                <c:pt idx="493">
                  <c:v>33</c:v>
                </c:pt>
                <c:pt idx="494">
                  <c:v>33</c:v>
                </c:pt>
                <c:pt idx="495">
                  <c:v>33</c:v>
                </c:pt>
                <c:pt idx="496">
                  <c:v>33</c:v>
                </c:pt>
                <c:pt idx="497">
                  <c:v>33</c:v>
                </c:pt>
                <c:pt idx="498">
                  <c:v>33</c:v>
                </c:pt>
                <c:pt idx="499">
                  <c:v>33</c:v>
                </c:pt>
                <c:pt idx="500">
                  <c:v>33</c:v>
                </c:pt>
                <c:pt idx="501">
                  <c:v>33</c:v>
                </c:pt>
                <c:pt idx="502">
                  <c:v>33</c:v>
                </c:pt>
                <c:pt idx="503">
                  <c:v>34</c:v>
                </c:pt>
                <c:pt idx="504">
                  <c:v>34</c:v>
                </c:pt>
                <c:pt idx="505">
                  <c:v>34</c:v>
                </c:pt>
                <c:pt idx="506">
                  <c:v>34</c:v>
                </c:pt>
                <c:pt idx="507">
                  <c:v>34</c:v>
                </c:pt>
                <c:pt idx="508">
                  <c:v>34</c:v>
                </c:pt>
                <c:pt idx="509">
                  <c:v>34</c:v>
                </c:pt>
                <c:pt idx="510">
                  <c:v>34</c:v>
                </c:pt>
                <c:pt idx="511">
                  <c:v>34</c:v>
                </c:pt>
                <c:pt idx="512">
                  <c:v>34</c:v>
                </c:pt>
                <c:pt idx="513">
                  <c:v>34</c:v>
                </c:pt>
                <c:pt idx="514">
                  <c:v>34</c:v>
                </c:pt>
                <c:pt idx="515">
                  <c:v>34</c:v>
                </c:pt>
                <c:pt idx="516">
                  <c:v>34</c:v>
                </c:pt>
                <c:pt idx="517">
                  <c:v>34</c:v>
                </c:pt>
                <c:pt idx="518">
                  <c:v>35</c:v>
                </c:pt>
                <c:pt idx="519">
                  <c:v>35</c:v>
                </c:pt>
                <c:pt idx="520">
                  <c:v>35</c:v>
                </c:pt>
                <c:pt idx="521">
                  <c:v>35</c:v>
                </c:pt>
                <c:pt idx="522">
                  <c:v>35</c:v>
                </c:pt>
                <c:pt idx="523">
                  <c:v>35</c:v>
                </c:pt>
                <c:pt idx="524">
                  <c:v>35</c:v>
                </c:pt>
                <c:pt idx="525">
                  <c:v>35</c:v>
                </c:pt>
                <c:pt idx="526">
                  <c:v>35</c:v>
                </c:pt>
                <c:pt idx="527">
                  <c:v>35</c:v>
                </c:pt>
                <c:pt idx="528">
                  <c:v>35</c:v>
                </c:pt>
                <c:pt idx="529">
                  <c:v>35</c:v>
                </c:pt>
                <c:pt idx="530">
                  <c:v>35</c:v>
                </c:pt>
                <c:pt idx="531">
                  <c:v>35</c:v>
                </c:pt>
                <c:pt idx="532">
                  <c:v>35</c:v>
                </c:pt>
                <c:pt idx="533">
                  <c:v>36</c:v>
                </c:pt>
                <c:pt idx="534">
                  <c:v>36</c:v>
                </c:pt>
                <c:pt idx="535">
                  <c:v>36</c:v>
                </c:pt>
                <c:pt idx="536">
                  <c:v>36</c:v>
                </c:pt>
                <c:pt idx="537">
                  <c:v>36</c:v>
                </c:pt>
                <c:pt idx="538">
                  <c:v>36</c:v>
                </c:pt>
                <c:pt idx="539">
                  <c:v>36</c:v>
                </c:pt>
                <c:pt idx="540">
                  <c:v>36</c:v>
                </c:pt>
                <c:pt idx="541">
                  <c:v>36</c:v>
                </c:pt>
                <c:pt idx="542">
                  <c:v>36</c:v>
                </c:pt>
                <c:pt idx="543">
                  <c:v>36</c:v>
                </c:pt>
                <c:pt idx="544">
                  <c:v>36</c:v>
                </c:pt>
                <c:pt idx="545">
                  <c:v>36</c:v>
                </c:pt>
                <c:pt idx="546">
                  <c:v>36</c:v>
                </c:pt>
                <c:pt idx="547">
                  <c:v>36</c:v>
                </c:pt>
                <c:pt idx="548">
                  <c:v>37</c:v>
                </c:pt>
                <c:pt idx="549">
                  <c:v>37</c:v>
                </c:pt>
                <c:pt idx="550">
                  <c:v>37</c:v>
                </c:pt>
                <c:pt idx="551">
                  <c:v>37</c:v>
                </c:pt>
                <c:pt idx="552">
                  <c:v>37</c:v>
                </c:pt>
                <c:pt idx="553">
                  <c:v>37</c:v>
                </c:pt>
                <c:pt idx="554">
                  <c:v>37</c:v>
                </c:pt>
                <c:pt idx="555">
                  <c:v>37</c:v>
                </c:pt>
                <c:pt idx="556">
                  <c:v>37</c:v>
                </c:pt>
                <c:pt idx="557">
                  <c:v>37</c:v>
                </c:pt>
                <c:pt idx="558">
                  <c:v>37</c:v>
                </c:pt>
                <c:pt idx="559">
                  <c:v>37</c:v>
                </c:pt>
                <c:pt idx="560">
                  <c:v>37</c:v>
                </c:pt>
                <c:pt idx="561">
                  <c:v>37</c:v>
                </c:pt>
                <c:pt idx="562">
                  <c:v>37</c:v>
                </c:pt>
                <c:pt idx="563">
                  <c:v>38</c:v>
                </c:pt>
                <c:pt idx="564">
                  <c:v>38</c:v>
                </c:pt>
                <c:pt idx="565">
                  <c:v>38</c:v>
                </c:pt>
                <c:pt idx="566">
                  <c:v>38</c:v>
                </c:pt>
                <c:pt idx="567">
                  <c:v>38</c:v>
                </c:pt>
                <c:pt idx="568">
                  <c:v>38</c:v>
                </c:pt>
                <c:pt idx="569">
                  <c:v>38</c:v>
                </c:pt>
                <c:pt idx="570">
                  <c:v>38</c:v>
                </c:pt>
                <c:pt idx="571">
                  <c:v>38</c:v>
                </c:pt>
                <c:pt idx="572">
                  <c:v>38</c:v>
                </c:pt>
                <c:pt idx="573">
                  <c:v>38</c:v>
                </c:pt>
                <c:pt idx="574">
                  <c:v>38</c:v>
                </c:pt>
                <c:pt idx="575">
                  <c:v>38</c:v>
                </c:pt>
                <c:pt idx="576">
                  <c:v>38</c:v>
                </c:pt>
                <c:pt idx="577">
                  <c:v>38</c:v>
                </c:pt>
                <c:pt idx="578">
                  <c:v>39</c:v>
                </c:pt>
                <c:pt idx="579">
                  <c:v>39</c:v>
                </c:pt>
                <c:pt idx="580">
                  <c:v>39</c:v>
                </c:pt>
                <c:pt idx="581">
                  <c:v>39</c:v>
                </c:pt>
                <c:pt idx="582">
                  <c:v>39</c:v>
                </c:pt>
                <c:pt idx="583">
                  <c:v>39</c:v>
                </c:pt>
                <c:pt idx="584">
                  <c:v>39</c:v>
                </c:pt>
                <c:pt idx="585">
                  <c:v>39</c:v>
                </c:pt>
                <c:pt idx="586">
                  <c:v>39</c:v>
                </c:pt>
                <c:pt idx="587">
                  <c:v>39</c:v>
                </c:pt>
                <c:pt idx="588">
                  <c:v>39</c:v>
                </c:pt>
                <c:pt idx="589">
                  <c:v>39</c:v>
                </c:pt>
                <c:pt idx="590">
                  <c:v>39</c:v>
                </c:pt>
                <c:pt idx="591">
                  <c:v>39</c:v>
                </c:pt>
                <c:pt idx="592">
                  <c:v>39</c:v>
                </c:pt>
                <c:pt idx="593">
                  <c:v>40</c:v>
                </c:pt>
                <c:pt idx="594">
                  <c:v>40</c:v>
                </c:pt>
                <c:pt idx="595">
                  <c:v>40</c:v>
                </c:pt>
                <c:pt idx="596">
                  <c:v>40</c:v>
                </c:pt>
                <c:pt idx="597">
                  <c:v>40</c:v>
                </c:pt>
                <c:pt idx="598">
                  <c:v>40</c:v>
                </c:pt>
                <c:pt idx="599">
                  <c:v>40</c:v>
                </c:pt>
              </c:strCache>
            </c:strRef>
          </c:cat>
          <c:val>
            <c:numRef>
              <c:f>Sheet1!$B$2:$B$601</c:f>
              <c:numCache>
                <c:formatCode>General</c:formatCode>
                <c:ptCount val="600"/>
                <c:pt idx="0">
                  <c:v>1.4992</c:v>
                </c:pt>
                <c:pt idx="1">
                  <c:v>1.5009</c:v>
                </c:pt>
                <c:pt idx="2">
                  <c:v>1.4985</c:v>
                </c:pt>
                <c:pt idx="3">
                  <c:v>1.499</c:v>
                </c:pt>
                <c:pt idx="4">
                  <c:v>1.4979</c:v>
                </c:pt>
                <c:pt idx="5">
                  <c:v>1.4979</c:v>
                </c:pt>
                <c:pt idx="6">
                  <c:v>1.4992</c:v>
                </c:pt>
                <c:pt idx="7">
                  <c:v>1.499</c:v>
                </c:pt>
                <c:pt idx="8">
                  <c:v>1.4975</c:v>
                </c:pt>
                <c:pt idx="9">
                  <c:v>1.4989</c:v>
                </c:pt>
                <c:pt idx="10">
                  <c:v>1.4981</c:v>
                </c:pt>
                <c:pt idx="11">
                  <c:v>1.5</c:v>
                </c:pt>
                <c:pt idx="12">
                  <c:v>1.4996</c:v>
                </c:pt>
                <c:pt idx="13">
                  <c:v>1.5007</c:v>
                </c:pt>
                <c:pt idx="14">
                  <c:v>1.4979</c:v>
                </c:pt>
                <c:pt idx="15">
                  <c:v>1.5002</c:v>
                </c:pt>
                <c:pt idx="16">
                  <c:v>1.5001</c:v>
                </c:pt>
                <c:pt idx="17">
                  <c:v>1.4999</c:v>
                </c:pt>
                <c:pt idx="18">
                  <c:v>1.4991</c:v>
                </c:pt>
                <c:pt idx="19">
                  <c:v>1.4984</c:v>
                </c:pt>
                <c:pt idx="20">
                  <c:v>1.5004</c:v>
                </c:pt>
                <c:pt idx="21">
                  <c:v>1.5008</c:v>
                </c:pt>
                <c:pt idx="22">
                  <c:v>1.4999</c:v>
                </c:pt>
                <c:pt idx="23">
                  <c:v>1.498</c:v>
                </c:pt>
                <c:pt idx="24">
                  <c:v>1.4996</c:v>
                </c:pt>
                <c:pt idx="25">
                  <c:v>1.4979</c:v>
                </c:pt>
                <c:pt idx="26">
                  <c:v>1.5005</c:v>
                </c:pt>
                <c:pt idx="27">
                  <c:v>1.4995</c:v>
                </c:pt>
                <c:pt idx="28">
                  <c:v>1.4995</c:v>
                </c:pt>
                <c:pt idx="29">
                  <c:v>1.4976</c:v>
                </c:pt>
                <c:pt idx="30">
                  <c:v>1.4993</c:v>
                </c:pt>
                <c:pt idx="31">
                  <c:v>1.4984</c:v>
                </c:pt>
                <c:pt idx="32">
                  <c:v>1.5005</c:v>
                </c:pt>
                <c:pt idx="33">
                  <c:v>1.4995</c:v>
                </c:pt>
                <c:pt idx="34">
                  <c:v>1.4986</c:v>
                </c:pt>
                <c:pt idx="35">
                  <c:v>1.5008</c:v>
                </c:pt>
                <c:pt idx="36">
                  <c:v>1.4989</c:v>
                </c:pt>
                <c:pt idx="37">
                  <c:v>1.4978</c:v>
                </c:pt>
                <c:pt idx="38">
                  <c:v>1.4982</c:v>
                </c:pt>
                <c:pt idx="39">
                  <c:v>1.5005</c:v>
                </c:pt>
                <c:pt idx="40">
                  <c:v>1.4987</c:v>
                </c:pt>
                <c:pt idx="41">
                  <c:v>1.5011</c:v>
                </c:pt>
                <c:pt idx="42">
                  <c:v>1.5133</c:v>
                </c:pt>
                <c:pt idx="43">
                  <c:v>1.5527</c:v>
                </c:pt>
                <c:pt idx="44">
                  <c:v>1.6522</c:v>
                </c:pt>
                <c:pt idx="45">
                  <c:v>1.8039</c:v>
                </c:pt>
                <c:pt idx="46">
                  <c:v>1.9374</c:v>
                </c:pt>
                <c:pt idx="47">
                  <c:v>1.9585</c:v>
                </c:pt>
                <c:pt idx="48">
                  <c:v>1.8407</c:v>
                </c:pt>
                <c:pt idx="49">
                  <c:v>1.628</c:v>
                </c:pt>
                <c:pt idx="50">
                  <c:v>1.3657</c:v>
                </c:pt>
                <c:pt idx="51">
                  <c:v>1.0874</c:v>
                </c:pt>
                <c:pt idx="52">
                  <c:v>0.8682</c:v>
                </c:pt>
                <c:pt idx="53">
                  <c:v>0.7963</c:v>
                </c:pt>
                <c:pt idx="54">
                  <c:v>0.88594</c:v>
                </c:pt>
                <c:pt idx="55">
                  <c:v>1.0873</c:v>
                </c:pt>
                <c:pt idx="56">
                  <c:v>1.3541</c:v>
                </c:pt>
                <c:pt idx="57">
                  <c:v>1.6493</c:v>
                </c:pt>
                <c:pt idx="58">
                  <c:v>1.8874</c:v>
                </c:pt>
                <c:pt idx="59">
                  <c:v>1.9858</c:v>
                </c:pt>
                <c:pt idx="60">
                  <c:v>1.9206</c:v>
                </c:pt>
                <c:pt idx="61">
                  <c:v>1.7449</c:v>
                </c:pt>
                <c:pt idx="62">
                  <c:v>1.5043</c:v>
                </c:pt>
                <c:pt idx="63">
                  <c:v>1.2368</c:v>
                </c:pt>
                <c:pt idx="64">
                  <c:v>1.0214</c:v>
                </c:pt>
                <c:pt idx="65">
                  <c:v>0.94398</c:v>
                </c:pt>
                <c:pt idx="66">
                  <c:v>1.0286</c:v>
                </c:pt>
                <c:pt idx="67">
                  <c:v>1.2211</c:v>
                </c:pt>
                <c:pt idx="68">
                  <c:v>1.4785</c:v>
                </c:pt>
                <c:pt idx="69">
                  <c:v>1.7582</c:v>
                </c:pt>
                <c:pt idx="70">
                  <c:v>1.9862</c:v>
                </c:pt>
                <c:pt idx="71">
                  <c:v>2.0701</c:v>
                </c:pt>
                <c:pt idx="72">
                  <c:v>1.9963</c:v>
                </c:pt>
                <c:pt idx="73">
                  <c:v>1.8079</c:v>
                </c:pt>
                <c:pt idx="74">
                  <c:v>1.5544</c:v>
                </c:pt>
                <c:pt idx="75">
                  <c:v>1.2804</c:v>
                </c:pt>
                <c:pt idx="76">
                  <c:v>1.057</c:v>
                </c:pt>
                <c:pt idx="77">
                  <c:v>0.97337</c:v>
                </c:pt>
                <c:pt idx="78">
                  <c:v>1.0483</c:v>
                </c:pt>
                <c:pt idx="79">
                  <c:v>1.2364</c:v>
                </c:pt>
                <c:pt idx="80">
                  <c:v>1.4862</c:v>
                </c:pt>
                <c:pt idx="81">
                  <c:v>1.7637</c:v>
                </c:pt>
                <c:pt idx="82">
                  <c:v>1.9872</c:v>
                </c:pt>
                <c:pt idx="83">
                  <c:v>2.0679</c:v>
                </c:pt>
                <c:pt idx="84">
                  <c:v>1.9924</c:v>
                </c:pt>
                <c:pt idx="85">
                  <c:v>1.8012</c:v>
                </c:pt>
                <c:pt idx="86">
                  <c:v>1.547</c:v>
                </c:pt>
                <c:pt idx="87">
                  <c:v>1.2699</c:v>
                </c:pt>
                <c:pt idx="88">
                  <c:v>1.0454</c:v>
                </c:pt>
                <c:pt idx="89">
                  <c:v>0.95943</c:v>
                </c:pt>
                <c:pt idx="90">
                  <c:v>1.025</c:v>
                </c:pt>
                <c:pt idx="91">
                  <c:v>1.1715</c:v>
                </c:pt>
                <c:pt idx="92">
                  <c:v>1.3225</c:v>
                </c:pt>
                <c:pt idx="93">
                  <c:v>1.4496</c:v>
                </c:pt>
                <c:pt idx="94">
                  <c:v>1.5385</c:v>
                </c:pt>
                <c:pt idx="95">
                  <c:v>1.6004</c:v>
                </c:pt>
                <c:pt idx="96">
                  <c:v>1.6395</c:v>
                </c:pt>
                <c:pt idx="97">
                  <c:v>1.6622</c:v>
                </c:pt>
                <c:pt idx="98">
                  <c:v>1.6713</c:v>
                </c:pt>
                <c:pt idx="99">
                  <c:v>1.6717</c:v>
                </c:pt>
                <c:pt idx="100">
                  <c:v>1.6667</c:v>
                </c:pt>
                <c:pt idx="101">
                  <c:v>1.6566</c:v>
                </c:pt>
                <c:pt idx="102">
                  <c:v>1.6431</c:v>
                </c:pt>
                <c:pt idx="103">
                  <c:v>1.6274</c:v>
                </c:pt>
                <c:pt idx="104">
                  <c:v>1.6108</c:v>
                </c:pt>
                <c:pt idx="105">
                  <c:v>1.5969</c:v>
                </c:pt>
                <c:pt idx="106">
                  <c:v>1.5801</c:v>
                </c:pt>
                <c:pt idx="107">
                  <c:v>1.5672</c:v>
                </c:pt>
                <c:pt idx="108">
                  <c:v>1.5524</c:v>
                </c:pt>
                <c:pt idx="109">
                  <c:v>1.5402</c:v>
                </c:pt>
                <c:pt idx="110">
                  <c:v>1.5281</c:v>
                </c:pt>
                <c:pt idx="111">
                  <c:v>1.5206</c:v>
                </c:pt>
                <c:pt idx="112">
                  <c:v>1.5103</c:v>
                </c:pt>
                <c:pt idx="113">
                  <c:v>1.5013</c:v>
                </c:pt>
                <c:pt idx="114">
                  <c:v>1.4972</c:v>
                </c:pt>
                <c:pt idx="115">
                  <c:v>1.4929</c:v>
                </c:pt>
                <c:pt idx="116">
                  <c:v>1.4881</c:v>
                </c:pt>
                <c:pt idx="117">
                  <c:v>1.4831</c:v>
                </c:pt>
                <c:pt idx="118">
                  <c:v>1.481</c:v>
                </c:pt>
                <c:pt idx="119">
                  <c:v>1.4789</c:v>
                </c:pt>
                <c:pt idx="120">
                  <c:v>1.4762</c:v>
                </c:pt>
                <c:pt idx="121">
                  <c:v>1.4765</c:v>
                </c:pt>
                <c:pt idx="122">
                  <c:v>1.4731</c:v>
                </c:pt>
                <c:pt idx="123">
                  <c:v>1.4738</c:v>
                </c:pt>
                <c:pt idx="124">
                  <c:v>1.4752</c:v>
                </c:pt>
                <c:pt idx="125">
                  <c:v>1.4731</c:v>
                </c:pt>
                <c:pt idx="126">
                  <c:v>1.475</c:v>
                </c:pt>
                <c:pt idx="127">
                  <c:v>1.4759</c:v>
                </c:pt>
                <c:pt idx="128">
                  <c:v>1.4758</c:v>
                </c:pt>
                <c:pt idx="129">
                  <c:v>1.4773</c:v>
                </c:pt>
                <c:pt idx="130">
                  <c:v>1.4789</c:v>
                </c:pt>
                <c:pt idx="131">
                  <c:v>1.4782</c:v>
                </c:pt>
                <c:pt idx="132">
                  <c:v>1.4813</c:v>
                </c:pt>
                <c:pt idx="133">
                  <c:v>1.482</c:v>
                </c:pt>
                <c:pt idx="134">
                  <c:v>1.4832</c:v>
                </c:pt>
                <c:pt idx="135">
                  <c:v>1.4836</c:v>
                </c:pt>
                <c:pt idx="136">
                  <c:v>1.487</c:v>
                </c:pt>
                <c:pt idx="137">
                  <c:v>1.4857</c:v>
                </c:pt>
                <c:pt idx="138">
                  <c:v>1.4861</c:v>
                </c:pt>
                <c:pt idx="139">
                  <c:v>1.4875</c:v>
                </c:pt>
                <c:pt idx="140">
                  <c:v>1.4885</c:v>
                </c:pt>
                <c:pt idx="141">
                  <c:v>1.4903</c:v>
                </c:pt>
                <c:pt idx="142">
                  <c:v>1.4903</c:v>
                </c:pt>
                <c:pt idx="143">
                  <c:v>1.4908</c:v>
                </c:pt>
                <c:pt idx="144">
                  <c:v>1.4929</c:v>
                </c:pt>
                <c:pt idx="145">
                  <c:v>1.4922</c:v>
                </c:pt>
                <c:pt idx="146">
                  <c:v>1.4936</c:v>
                </c:pt>
                <c:pt idx="147">
                  <c:v>1.4938</c:v>
                </c:pt>
                <c:pt idx="148">
                  <c:v>1.5007</c:v>
                </c:pt>
                <c:pt idx="149">
                  <c:v>1.588</c:v>
                </c:pt>
                <c:pt idx="150">
                  <c:v>1.9531</c:v>
                </c:pt>
                <c:pt idx="151">
                  <c:v>2.4542</c:v>
                </c:pt>
                <c:pt idx="152">
                  <c:v>2.4786</c:v>
                </c:pt>
                <c:pt idx="153">
                  <c:v>1.9746</c:v>
                </c:pt>
                <c:pt idx="154">
                  <c:v>1.1543</c:v>
                </c:pt>
                <c:pt idx="155">
                  <c:v>0.44271</c:v>
                </c:pt>
                <c:pt idx="156">
                  <c:v>0.37368</c:v>
                </c:pt>
                <c:pt idx="157">
                  <c:v>0.84681</c:v>
                </c:pt>
                <c:pt idx="158">
                  <c:v>1.6307</c:v>
                </c:pt>
                <c:pt idx="159">
                  <c:v>2.1758</c:v>
                </c:pt>
                <c:pt idx="160">
                  <c:v>2.0729</c:v>
                </c:pt>
                <c:pt idx="161">
                  <c:v>1.5116</c:v>
                </c:pt>
                <c:pt idx="162">
                  <c:v>0.74806</c:v>
                </c:pt>
                <c:pt idx="163">
                  <c:v>0.39665</c:v>
                </c:pt>
                <c:pt idx="164">
                  <c:v>0.67422</c:v>
                </c:pt>
                <c:pt idx="165">
                  <c:v>1.3671</c:v>
                </c:pt>
                <c:pt idx="166">
                  <c:v>2.1343</c:v>
                </c:pt>
                <c:pt idx="167">
                  <c:v>2.3598</c:v>
                </c:pt>
                <c:pt idx="168">
                  <c:v>1.9983</c:v>
                </c:pt>
                <c:pt idx="169">
                  <c:v>1.277</c:v>
                </c:pt>
                <c:pt idx="170">
                  <c:v>0.63299</c:v>
                </c:pt>
                <c:pt idx="171">
                  <c:v>0.60502</c:v>
                </c:pt>
                <c:pt idx="172">
                  <c:v>1.1023</c:v>
                </c:pt>
                <c:pt idx="173">
                  <c:v>1.8925</c:v>
                </c:pt>
                <c:pt idx="174">
                  <c:v>2.4336</c:v>
                </c:pt>
                <c:pt idx="175">
                  <c:v>2.3195</c:v>
                </c:pt>
                <c:pt idx="176">
                  <c:v>1.74</c:v>
                </c:pt>
                <c:pt idx="177">
                  <c:v>0.96134</c:v>
                </c:pt>
                <c:pt idx="178">
                  <c:v>0.57833</c:v>
                </c:pt>
                <c:pt idx="179">
                  <c:v>0.75123</c:v>
                </c:pt>
                <c:pt idx="180">
                  <c:v>1.0584</c:v>
                </c:pt>
                <c:pt idx="181">
                  <c:v>1.305</c:v>
                </c:pt>
                <c:pt idx="182">
                  <c:v>1.4848</c:v>
                </c:pt>
                <c:pt idx="183">
                  <c:v>1.6125</c:v>
                </c:pt>
                <c:pt idx="184">
                  <c:v>1.6959</c:v>
                </c:pt>
                <c:pt idx="185">
                  <c:v>1.7487</c:v>
                </c:pt>
                <c:pt idx="186">
                  <c:v>1.7756</c:v>
                </c:pt>
                <c:pt idx="187">
                  <c:v>1.786</c:v>
                </c:pt>
                <c:pt idx="188">
                  <c:v>1.7821</c:v>
                </c:pt>
                <c:pt idx="189">
                  <c:v>1.7725</c:v>
                </c:pt>
                <c:pt idx="190">
                  <c:v>1.7516</c:v>
                </c:pt>
                <c:pt idx="191">
                  <c:v>1.7291</c:v>
                </c:pt>
                <c:pt idx="192">
                  <c:v>1.7063</c:v>
                </c:pt>
                <c:pt idx="193">
                  <c:v>1.6825</c:v>
                </c:pt>
                <c:pt idx="194">
                  <c:v>1.6571</c:v>
                </c:pt>
                <c:pt idx="195">
                  <c:v>1.6324</c:v>
                </c:pt>
                <c:pt idx="196">
                  <c:v>1.6109</c:v>
                </c:pt>
                <c:pt idx="197">
                  <c:v>1.5883</c:v>
                </c:pt>
                <c:pt idx="198">
                  <c:v>1.5689</c:v>
                </c:pt>
                <c:pt idx="199">
                  <c:v>1.5527</c:v>
                </c:pt>
                <c:pt idx="200">
                  <c:v>1.536</c:v>
                </c:pt>
                <c:pt idx="201">
                  <c:v>1.5252</c:v>
                </c:pt>
                <c:pt idx="202">
                  <c:v>1.5123</c:v>
                </c:pt>
                <c:pt idx="203">
                  <c:v>1.5016</c:v>
                </c:pt>
                <c:pt idx="204">
                  <c:v>1.4929</c:v>
                </c:pt>
                <c:pt idx="205">
                  <c:v>1.4867</c:v>
                </c:pt>
                <c:pt idx="206">
                  <c:v>1.4803</c:v>
                </c:pt>
                <c:pt idx="207">
                  <c:v>1.4774</c:v>
                </c:pt>
                <c:pt idx="208">
                  <c:v>1.4723</c:v>
                </c:pt>
                <c:pt idx="209">
                  <c:v>1.4691</c:v>
                </c:pt>
                <c:pt idx="210">
                  <c:v>1.4694</c:v>
                </c:pt>
                <c:pt idx="211">
                  <c:v>1.4659</c:v>
                </c:pt>
                <c:pt idx="212">
                  <c:v>1.4642</c:v>
                </c:pt>
                <c:pt idx="213">
                  <c:v>1.464</c:v>
                </c:pt>
                <c:pt idx="214">
                  <c:v>1.4657</c:v>
                </c:pt>
                <c:pt idx="215">
                  <c:v>1.4664</c:v>
                </c:pt>
                <c:pt idx="216">
                  <c:v>1.4669</c:v>
                </c:pt>
                <c:pt idx="217">
                  <c:v>1.4687</c:v>
                </c:pt>
                <c:pt idx="218">
                  <c:v>1.469</c:v>
                </c:pt>
                <c:pt idx="219">
                  <c:v>1.4719</c:v>
                </c:pt>
                <c:pt idx="220">
                  <c:v>1.4797</c:v>
                </c:pt>
                <c:pt idx="221">
                  <c:v>1.4908</c:v>
                </c:pt>
                <c:pt idx="222">
                  <c:v>1.5099</c:v>
                </c:pt>
                <c:pt idx="223">
                  <c:v>1.5383</c:v>
                </c:pt>
                <c:pt idx="224">
                  <c:v>1.5726</c:v>
                </c:pt>
                <c:pt idx="225">
                  <c:v>1.6069</c:v>
                </c:pt>
                <c:pt idx="226">
                  <c:v>1.6273</c:v>
                </c:pt>
                <c:pt idx="227">
                  <c:v>1.6277</c:v>
                </c:pt>
                <c:pt idx="228">
                  <c:v>1.6029</c:v>
                </c:pt>
                <c:pt idx="229">
                  <c:v>1.5623</c:v>
                </c:pt>
                <c:pt idx="230">
                  <c:v>1.5072</c:v>
                </c:pt>
                <c:pt idx="231">
                  <c:v>1.4502</c:v>
                </c:pt>
                <c:pt idx="232">
                  <c:v>1.3927</c:v>
                </c:pt>
                <c:pt idx="233">
                  <c:v>1.3397</c:v>
                </c:pt>
                <c:pt idx="234">
                  <c:v>1.2922</c:v>
                </c:pt>
                <c:pt idx="235">
                  <c:v>1.2505</c:v>
                </c:pt>
                <c:pt idx="236">
                  <c:v>1.2208</c:v>
                </c:pt>
                <c:pt idx="237">
                  <c:v>1.2154</c:v>
                </c:pt>
                <c:pt idx="238">
                  <c:v>1.2371</c:v>
                </c:pt>
                <c:pt idx="239">
                  <c:v>1.2825</c:v>
                </c:pt>
                <c:pt idx="240">
                  <c:v>1.3472</c:v>
                </c:pt>
                <c:pt idx="241">
                  <c:v>1.4157</c:v>
                </c:pt>
                <c:pt idx="242">
                  <c:v>1.4876</c:v>
                </c:pt>
                <c:pt idx="243">
                  <c:v>1.5549</c:v>
                </c:pt>
                <c:pt idx="244">
                  <c:v>1.621</c:v>
                </c:pt>
                <c:pt idx="245">
                  <c:v>1.6791</c:v>
                </c:pt>
                <c:pt idx="246">
                  <c:v>1.728</c:v>
                </c:pt>
                <c:pt idx="247">
                  <c:v>1.7539</c:v>
                </c:pt>
                <c:pt idx="248">
                  <c:v>1.7554</c:v>
                </c:pt>
                <c:pt idx="249">
                  <c:v>1.7311</c:v>
                </c:pt>
                <c:pt idx="250">
                  <c:v>1.6798</c:v>
                </c:pt>
                <c:pt idx="251">
                  <c:v>1.6164</c:v>
                </c:pt>
                <c:pt idx="252">
                  <c:v>1.5503</c:v>
                </c:pt>
                <c:pt idx="253">
                  <c:v>1.4858</c:v>
                </c:pt>
                <c:pt idx="254">
                  <c:v>1.4208</c:v>
                </c:pt>
                <c:pt idx="255">
                  <c:v>1.3635</c:v>
                </c:pt>
                <c:pt idx="256">
                  <c:v>1.3112</c:v>
                </c:pt>
                <c:pt idx="257">
                  <c:v>1.2742</c:v>
                </c:pt>
                <c:pt idx="258">
                  <c:v>1.2623</c:v>
                </c:pt>
                <c:pt idx="259">
                  <c:v>1.2737</c:v>
                </c:pt>
                <c:pt idx="260">
                  <c:v>1.313</c:v>
                </c:pt>
                <c:pt idx="261">
                  <c:v>1.3709</c:v>
                </c:pt>
                <c:pt idx="262">
                  <c:v>1.4359</c:v>
                </c:pt>
                <c:pt idx="263">
                  <c:v>1.5011</c:v>
                </c:pt>
                <c:pt idx="264">
                  <c:v>1.565</c:v>
                </c:pt>
                <c:pt idx="265">
                  <c:v>1.6256</c:v>
                </c:pt>
                <c:pt idx="266">
                  <c:v>1.681</c:v>
                </c:pt>
                <c:pt idx="267">
                  <c:v>1.728</c:v>
                </c:pt>
                <c:pt idx="268">
                  <c:v>1.7507</c:v>
                </c:pt>
                <c:pt idx="269">
                  <c:v>1.7512</c:v>
                </c:pt>
                <c:pt idx="270">
                  <c:v>1.7236</c:v>
                </c:pt>
                <c:pt idx="271">
                  <c:v>1.6743</c:v>
                </c:pt>
                <c:pt idx="272">
                  <c:v>1.6105</c:v>
                </c:pt>
                <c:pt idx="273">
                  <c:v>1.5426</c:v>
                </c:pt>
                <c:pt idx="274">
                  <c:v>1.4755</c:v>
                </c:pt>
                <c:pt idx="275">
                  <c:v>1.4129</c:v>
                </c:pt>
                <c:pt idx="276">
                  <c:v>1.3548</c:v>
                </c:pt>
                <c:pt idx="277">
                  <c:v>1.3023</c:v>
                </c:pt>
                <c:pt idx="278">
                  <c:v>1.2654</c:v>
                </c:pt>
                <c:pt idx="279">
                  <c:v>1.2515</c:v>
                </c:pt>
                <c:pt idx="280">
                  <c:v>1.2663</c:v>
                </c:pt>
                <c:pt idx="281">
                  <c:v>1.3032</c:v>
                </c:pt>
                <c:pt idx="282">
                  <c:v>1.3604</c:v>
                </c:pt>
                <c:pt idx="283">
                  <c:v>1.4183</c:v>
                </c:pt>
                <c:pt idx="284">
                  <c:v>1.4749</c:v>
                </c:pt>
                <c:pt idx="285">
                  <c:v>1.5209</c:v>
                </c:pt>
                <c:pt idx="286">
                  <c:v>1.5568</c:v>
                </c:pt>
                <c:pt idx="287">
                  <c:v>1.5786</c:v>
                </c:pt>
                <c:pt idx="288">
                  <c:v>1.5916</c:v>
                </c:pt>
                <c:pt idx="289">
                  <c:v>1.5994</c:v>
                </c:pt>
                <c:pt idx="290">
                  <c:v>1.6021</c:v>
                </c:pt>
                <c:pt idx="291">
                  <c:v>1.5989</c:v>
                </c:pt>
                <c:pt idx="292">
                  <c:v>1.591</c:v>
                </c:pt>
                <c:pt idx="293">
                  <c:v>1.5831</c:v>
                </c:pt>
                <c:pt idx="294">
                  <c:v>1.5755</c:v>
                </c:pt>
                <c:pt idx="295">
                  <c:v>1.5676</c:v>
                </c:pt>
                <c:pt idx="296">
                  <c:v>1.5562</c:v>
                </c:pt>
                <c:pt idx="297">
                  <c:v>1.5503</c:v>
                </c:pt>
                <c:pt idx="298">
                  <c:v>1.5408</c:v>
                </c:pt>
                <c:pt idx="299">
                  <c:v>1.5315</c:v>
                </c:pt>
                <c:pt idx="300">
                  <c:v>1.5267</c:v>
                </c:pt>
                <c:pt idx="301">
                  <c:v>1.519</c:v>
                </c:pt>
                <c:pt idx="302">
                  <c:v>1.5128</c:v>
                </c:pt>
                <c:pt idx="303">
                  <c:v>1.5085</c:v>
                </c:pt>
                <c:pt idx="304">
                  <c:v>1.5034</c:v>
                </c:pt>
                <c:pt idx="305">
                  <c:v>1.499</c:v>
                </c:pt>
                <c:pt idx="306">
                  <c:v>1.4975</c:v>
                </c:pt>
                <c:pt idx="307">
                  <c:v>1.493</c:v>
                </c:pt>
                <c:pt idx="308">
                  <c:v>1.4909</c:v>
                </c:pt>
                <c:pt idx="309">
                  <c:v>1.4892</c:v>
                </c:pt>
                <c:pt idx="310">
                  <c:v>1.4886</c:v>
                </c:pt>
                <c:pt idx="311">
                  <c:v>1.4855</c:v>
                </c:pt>
                <c:pt idx="312">
                  <c:v>1.4868</c:v>
                </c:pt>
                <c:pt idx="313">
                  <c:v>1.4859</c:v>
                </c:pt>
                <c:pt idx="314">
                  <c:v>1.4861</c:v>
                </c:pt>
                <c:pt idx="315">
                  <c:v>1.4879</c:v>
                </c:pt>
                <c:pt idx="316">
                  <c:v>1.487</c:v>
                </c:pt>
                <c:pt idx="317">
                  <c:v>1.4879</c:v>
                </c:pt>
                <c:pt idx="318">
                  <c:v>1.4873</c:v>
                </c:pt>
                <c:pt idx="319">
                  <c:v>1.49</c:v>
                </c:pt>
                <c:pt idx="320">
                  <c:v>1.49</c:v>
                </c:pt>
                <c:pt idx="321">
                  <c:v>1.4932</c:v>
                </c:pt>
                <c:pt idx="322">
                  <c:v>1.4924</c:v>
                </c:pt>
                <c:pt idx="323">
                  <c:v>1.4949</c:v>
                </c:pt>
                <c:pt idx="324">
                  <c:v>1.4969</c:v>
                </c:pt>
                <c:pt idx="325">
                  <c:v>1.5007</c:v>
                </c:pt>
                <c:pt idx="326">
                  <c:v>1.502</c:v>
                </c:pt>
                <c:pt idx="327">
                  <c:v>1.5052</c:v>
                </c:pt>
                <c:pt idx="328">
                  <c:v>1.5093</c:v>
                </c:pt>
                <c:pt idx="329">
                  <c:v>1.5142</c:v>
                </c:pt>
                <c:pt idx="330">
                  <c:v>1.5184</c:v>
                </c:pt>
                <c:pt idx="331">
                  <c:v>1.521</c:v>
                </c:pt>
                <c:pt idx="332">
                  <c:v>1.5258</c:v>
                </c:pt>
                <c:pt idx="333">
                  <c:v>1.5278</c:v>
                </c:pt>
                <c:pt idx="334">
                  <c:v>1.529</c:v>
                </c:pt>
                <c:pt idx="335">
                  <c:v>1.5315</c:v>
                </c:pt>
                <c:pt idx="336">
                  <c:v>1.5306</c:v>
                </c:pt>
                <c:pt idx="337">
                  <c:v>1.5319</c:v>
                </c:pt>
                <c:pt idx="338">
                  <c:v>1.5292</c:v>
                </c:pt>
                <c:pt idx="339">
                  <c:v>1.5255</c:v>
                </c:pt>
                <c:pt idx="340">
                  <c:v>1.5211</c:v>
                </c:pt>
                <c:pt idx="341">
                  <c:v>1.5177</c:v>
                </c:pt>
                <c:pt idx="342">
                  <c:v>1.5134</c:v>
                </c:pt>
                <c:pt idx="343">
                  <c:v>1.5087</c:v>
                </c:pt>
                <c:pt idx="344">
                  <c:v>1.5028</c:v>
                </c:pt>
                <c:pt idx="345">
                  <c:v>1.4975</c:v>
                </c:pt>
                <c:pt idx="346">
                  <c:v>1.4944</c:v>
                </c:pt>
                <c:pt idx="347">
                  <c:v>1.4883</c:v>
                </c:pt>
                <c:pt idx="348">
                  <c:v>1.4847</c:v>
                </c:pt>
                <c:pt idx="349">
                  <c:v>1.4805</c:v>
                </c:pt>
                <c:pt idx="350">
                  <c:v>1.4785</c:v>
                </c:pt>
                <c:pt idx="351">
                  <c:v>1.4753</c:v>
                </c:pt>
                <c:pt idx="352">
                  <c:v>1.4724</c:v>
                </c:pt>
                <c:pt idx="353">
                  <c:v>1.471</c:v>
                </c:pt>
                <c:pt idx="354">
                  <c:v>1.4702</c:v>
                </c:pt>
                <c:pt idx="355">
                  <c:v>1.4696</c:v>
                </c:pt>
                <c:pt idx="356">
                  <c:v>1.4699</c:v>
                </c:pt>
                <c:pt idx="357">
                  <c:v>1.469</c:v>
                </c:pt>
                <c:pt idx="358">
                  <c:v>1.471</c:v>
                </c:pt>
                <c:pt idx="359">
                  <c:v>1.4705</c:v>
                </c:pt>
                <c:pt idx="360">
                  <c:v>1.4708</c:v>
                </c:pt>
                <c:pt idx="361">
                  <c:v>1.4709</c:v>
                </c:pt>
                <c:pt idx="362">
                  <c:v>1.4711</c:v>
                </c:pt>
                <c:pt idx="363">
                  <c:v>1.4733</c:v>
                </c:pt>
                <c:pt idx="364">
                  <c:v>1.4738</c:v>
                </c:pt>
                <c:pt idx="365">
                  <c:v>1.4762</c:v>
                </c:pt>
                <c:pt idx="366">
                  <c:v>1.476</c:v>
                </c:pt>
                <c:pt idx="367">
                  <c:v>1.477</c:v>
                </c:pt>
                <c:pt idx="368">
                  <c:v>1.4798</c:v>
                </c:pt>
                <c:pt idx="369">
                  <c:v>1.4813</c:v>
                </c:pt>
                <c:pt idx="370">
                  <c:v>1.4821</c:v>
                </c:pt>
                <c:pt idx="371">
                  <c:v>1.4854</c:v>
                </c:pt>
                <c:pt idx="372">
                  <c:v>1.4854</c:v>
                </c:pt>
                <c:pt idx="373">
                  <c:v>1.4853</c:v>
                </c:pt>
                <c:pt idx="374">
                  <c:v>1.4874</c:v>
                </c:pt>
                <c:pt idx="375">
                  <c:v>1.4874</c:v>
                </c:pt>
                <c:pt idx="376">
                  <c:v>1.4908</c:v>
                </c:pt>
                <c:pt idx="377">
                  <c:v>1.4903</c:v>
                </c:pt>
                <c:pt idx="378">
                  <c:v>1.4912</c:v>
                </c:pt>
                <c:pt idx="379">
                  <c:v>1.4897</c:v>
                </c:pt>
                <c:pt idx="380">
                  <c:v>1.4914</c:v>
                </c:pt>
                <c:pt idx="381">
                  <c:v>1.4903</c:v>
                </c:pt>
                <c:pt idx="382">
                  <c:v>1.4921</c:v>
                </c:pt>
                <c:pt idx="383">
                  <c:v>1.4905</c:v>
                </c:pt>
                <c:pt idx="384">
                  <c:v>1.4889</c:v>
                </c:pt>
                <c:pt idx="385">
                  <c:v>1.4891</c:v>
                </c:pt>
                <c:pt idx="386">
                  <c:v>1.486</c:v>
                </c:pt>
                <c:pt idx="387">
                  <c:v>1.4834</c:v>
                </c:pt>
                <c:pt idx="388">
                  <c:v>1.4806</c:v>
                </c:pt>
                <c:pt idx="389">
                  <c:v>1.4792</c:v>
                </c:pt>
                <c:pt idx="390">
                  <c:v>1.4756</c:v>
                </c:pt>
                <c:pt idx="391">
                  <c:v>1.472</c:v>
                </c:pt>
                <c:pt idx="392">
                  <c:v>1.4702</c:v>
                </c:pt>
                <c:pt idx="393">
                  <c:v>1.4669</c:v>
                </c:pt>
                <c:pt idx="394">
                  <c:v>1.4671</c:v>
                </c:pt>
                <c:pt idx="395">
                  <c:v>1.4658</c:v>
                </c:pt>
                <c:pt idx="396">
                  <c:v>1.4652</c:v>
                </c:pt>
                <c:pt idx="397">
                  <c:v>1.4678</c:v>
                </c:pt>
                <c:pt idx="398">
                  <c:v>1.4695</c:v>
                </c:pt>
                <c:pt idx="399">
                  <c:v>1.4729</c:v>
                </c:pt>
                <c:pt idx="400">
                  <c:v>1.4767</c:v>
                </c:pt>
                <c:pt idx="401">
                  <c:v>1.4803</c:v>
                </c:pt>
                <c:pt idx="402">
                  <c:v>1.4864</c:v>
                </c:pt>
                <c:pt idx="403">
                  <c:v>1.4916</c:v>
                </c:pt>
                <c:pt idx="404">
                  <c:v>1.4966</c:v>
                </c:pt>
                <c:pt idx="405">
                  <c:v>1.5012</c:v>
                </c:pt>
                <c:pt idx="406">
                  <c:v>1.5057</c:v>
                </c:pt>
                <c:pt idx="407">
                  <c:v>1.5118</c:v>
                </c:pt>
                <c:pt idx="408">
                  <c:v>1.5151</c:v>
                </c:pt>
                <c:pt idx="409">
                  <c:v>1.5188</c:v>
                </c:pt>
                <c:pt idx="410">
                  <c:v>1.5214</c:v>
                </c:pt>
                <c:pt idx="411">
                  <c:v>1.526</c:v>
                </c:pt>
                <c:pt idx="412">
                  <c:v>1.5287</c:v>
                </c:pt>
                <c:pt idx="413">
                  <c:v>1.5298</c:v>
                </c:pt>
                <c:pt idx="414">
                  <c:v>1.5322</c:v>
                </c:pt>
                <c:pt idx="415">
                  <c:v>1.5309</c:v>
                </c:pt>
                <c:pt idx="416">
                  <c:v>1.533</c:v>
                </c:pt>
                <c:pt idx="417">
                  <c:v>1.5319</c:v>
                </c:pt>
                <c:pt idx="418">
                  <c:v>1.534</c:v>
                </c:pt>
                <c:pt idx="419">
                  <c:v>1.5315</c:v>
                </c:pt>
                <c:pt idx="420">
                  <c:v>1.5318</c:v>
                </c:pt>
                <c:pt idx="421">
                  <c:v>1.5296</c:v>
                </c:pt>
                <c:pt idx="422">
                  <c:v>1.529</c:v>
                </c:pt>
                <c:pt idx="423">
                  <c:v>1.5282</c:v>
                </c:pt>
                <c:pt idx="424">
                  <c:v>1.5246</c:v>
                </c:pt>
                <c:pt idx="425">
                  <c:v>1.5256</c:v>
                </c:pt>
                <c:pt idx="426">
                  <c:v>1.5254</c:v>
                </c:pt>
                <c:pt idx="427">
                  <c:v>1.5234</c:v>
                </c:pt>
                <c:pt idx="428">
                  <c:v>1.5196</c:v>
                </c:pt>
                <c:pt idx="429">
                  <c:v>1.5205</c:v>
                </c:pt>
                <c:pt idx="430">
                  <c:v>1.5174</c:v>
                </c:pt>
                <c:pt idx="431">
                  <c:v>1.5169</c:v>
                </c:pt>
                <c:pt idx="432">
                  <c:v>1.5152</c:v>
                </c:pt>
                <c:pt idx="433">
                  <c:v>1.5119</c:v>
                </c:pt>
                <c:pt idx="434">
                  <c:v>1.5138</c:v>
                </c:pt>
                <c:pt idx="435">
                  <c:v>1.5115</c:v>
                </c:pt>
                <c:pt idx="436">
                  <c:v>1.509</c:v>
                </c:pt>
                <c:pt idx="437">
                  <c:v>1.5081</c:v>
                </c:pt>
                <c:pt idx="438">
                  <c:v>1.5079</c:v>
                </c:pt>
                <c:pt idx="439">
                  <c:v>1.5075</c:v>
                </c:pt>
                <c:pt idx="440">
                  <c:v>1.5072</c:v>
                </c:pt>
                <c:pt idx="441">
                  <c:v>1.5068</c:v>
                </c:pt>
                <c:pt idx="442">
                  <c:v>1.5033</c:v>
                </c:pt>
                <c:pt idx="443">
                  <c:v>1.5048</c:v>
                </c:pt>
                <c:pt idx="444">
                  <c:v>1.5036</c:v>
                </c:pt>
                <c:pt idx="445">
                  <c:v>1.5028</c:v>
                </c:pt>
                <c:pt idx="446">
                  <c:v>1.5016</c:v>
                </c:pt>
                <c:pt idx="447">
                  <c:v>1.5014</c:v>
                </c:pt>
                <c:pt idx="448">
                  <c:v>1.5018</c:v>
                </c:pt>
                <c:pt idx="449">
                  <c:v>1.5019</c:v>
                </c:pt>
                <c:pt idx="450">
                  <c:v>1.5005</c:v>
                </c:pt>
                <c:pt idx="451">
                  <c:v>1.4992</c:v>
                </c:pt>
                <c:pt idx="452">
                  <c:v>1.4993</c:v>
                </c:pt>
                <c:pt idx="453">
                  <c:v>1.4978</c:v>
                </c:pt>
                <c:pt idx="454">
                  <c:v>1.4987</c:v>
                </c:pt>
                <c:pt idx="455">
                  <c:v>1.4978</c:v>
                </c:pt>
                <c:pt idx="456">
                  <c:v>1.4985</c:v>
                </c:pt>
                <c:pt idx="457">
                  <c:v>1.4975</c:v>
                </c:pt>
                <c:pt idx="458">
                  <c:v>1.4984</c:v>
                </c:pt>
                <c:pt idx="459">
                  <c:v>1.4996</c:v>
                </c:pt>
                <c:pt idx="460">
                  <c:v>1.4992</c:v>
                </c:pt>
                <c:pt idx="461">
                  <c:v>1.5018</c:v>
                </c:pt>
                <c:pt idx="462">
                  <c:v>1.5057</c:v>
                </c:pt>
                <c:pt idx="463">
                  <c:v>1.5202</c:v>
                </c:pt>
                <c:pt idx="464">
                  <c:v>1.5454</c:v>
                </c:pt>
                <c:pt idx="465">
                  <c:v>1.5952</c:v>
                </c:pt>
                <c:pt idx="466">
                  <c:v>1.674</c:v>
                </c:pt>
                <c:pt idx="467">
                  <c:v>1.7699</c:v>
                </c:pt>
                <c:pt idx="468">
                  <c:v>1.8545</c:v>
                </c:pt>
                <c:pt idx="469">
                  <c:v>1.909</c:v>
                </c:pt>
                <c:pt idx="470">
                  <c:v>1.933</c:v>
                </c:pt>
                <c:pt idx="471">
                  <c:v>1.9247</c:v>
                </c:pt>
                <c:pt idx="472">
                  <c:v>1.892</c:v>
                </c:pt>
                <c:pt idx="473">
                  <c:v>1.8473</c:v>
                </c:pt>
                <c:pt idx="474">
                  <c:v>1.7893</c:v>
                </c:pt>
                <c:pt idx="475">
                  <c:v>1.7266</c:v>
                </c:pt>
                <c:pt idx="476">
                  <c:v>1.663</c:v>
                </c:pt>
                <c:pt idx="477">
                  <c:v>1.6035</c:v>
                </c:pt>
                <c:pt idx="478">
                  <c:v>1.5456</c:v>
                </c:pt>
                <c:pt idx="479">
                  <c:v>1.4932</c:v>
                </c:pt>
                <c:pt idx="480">
                  <c:v>1.447</c:v>
                </c:pt>
                <c:pt idx="481">
                  <c:v>1.4035</c:v>
                </c:pt>
                <c:pt idx="482">
                  <c:v>1.3704</c:v>
                </c:pt>
                <c:pt idx="483">
                  <c:v>1.3403</c:v>
                </c:pt>
                <c:pt idx="484">
                  <c:v>1.3166</c:v>
                </c:pt>
                <c:pt idx="485">
                  <c:v>1.2974</c:v>
                </c:pt>
                <c:pt idx="486">
                  <c:v>1.285</c:v>
                </c:pt>
                <c:pt idx="487">
                  <c:v>1.2758</c:v>
                </c:pt>
                <c:pt idx="488">
                  <c:v>1.2702</c:v>
                </c:pt>
                <c:pt idx="489">
                  <c:v>1.2676</c:v>
                </c:pt>
                <c:pt idx="490">
                  <c:v>1.2666</c:v>
                </c:pt>
                <c:pt idx="491">
                  <c:v>1.2704</c:v>
                </c:pt>
                <c:pt idx="492">
                  <c:v>1.2757</c:v>
                </c:pt>
                <c:pt idx="493">
                  <c:v>1.2831</c:v>
                </c:pt>
                <c:pt idx="494">
                  <c:v>1.2893</c:v>
                </c:pt>
                <c:pt idx="495">
                  <c:v>1.2996</c:v>
                </c:pt>
                <c:pt idx="496">
                  <c:v>1.3077</c:v>
                </c:pt>
                <c:pt idx="497">
                  <c:v>1.3196</c:v>
                </c:pt>
                <c:pt idx="498">
                  <c:v>1.3304</c:v>
                </c:pt>
                <c:pt idx="499">
                  <c:v>1.3418</c:v>
                </c:pt>
                <c:pt idx="500">
                  <c:v>1.3508</c:v>
                </c:pt>
                <c:pt idx="501">
                  <c:v>1.3634</c:v>
                </c:pt>
                <c:pt idx="502">
                  <c:v>1.3746</c:v>
                </c:pt>
                <c:pt idx="503">
                  <c:v>1.3836</c:v>
                </c:pt>
                <c:pt idx="504">
                  <c:v>1.3932</c:v>
                </c:pt>
                <c:pt idx="505">
                  <c:v>1.4024</c:v>
                </c:pt>
                <c:pt idx="506">
                  <c:v>1.4127</c:v>
                </c:pt>
                <c:pt idx="507">
                  <c:v>1.4225</c:v>
                </c:pt>
                <c:pt idx="508">
                  <c:v>1.4293</c:v>
                </c:pt>
                <c:pt idx="509">
                  <c:v>1.4369</c:v>
                </c:pt>
                <c:pt idx="510">
                  <c:v>1.4452</c:v>
                </c:pt>
                <c:pt idx="511">
                  <c:v>1.4502</c:v>
                </c:pt>
                <c:pt idx="512">
                  <c:v>1.4589</c:v>
                </c:pt>
                <c:pt idx="513">
                  <c:v>1.4648</c:v>
                </c:pt>
                <c:pt idx="514">
                  <c:v>1.4687</c:v>
                </c:pt>
                <c:pt idx="515">
                  <c:v>1.4733</c:v>
                </c:pt>
                <c:pt idx="516">
                  <c:v>1.4798</c:v>
                </c:pt>
                <c:pt idx="517">
                  <c:v>1.4834</c:v>
                </c:pt>
                <c:pt idx="518">
                  <c:v>1.4882</c:v>
                </c:pt>
                <c:pt idx="519">
                  <c:v>1.4918</c:v>
                </c:pt>
                <c:pt idx="520">
                  <c:v>1.494</c:v>
                </c:pt>
                <c:pt idx="521">
                  <c:v>1.4986</c:v>
                </c:pt>
                <c:pt idx="522">
                  <c:v>1.5003</c:v>
                </c:pt>
                <c:pt idx="523">
                  <c:v>1.5022</c:v>
                </c:pt>
                <c:pt idx="524">
                  <c:v>1.5044</c:v>
                </c:pt>
                <c:pt idx="525">
                  <c:v>1.5078</c:v>
                </c:pt>
                <c:pt idx="526">
                  <c:v>1.5095</c:v>
                </c:pt>
                <c:pt idx="527">
                  <c:v>1.5111</c:v>
                </c:pt>
                <c:pt idx="528">
                  <c:v>1.5116</c:v>
                </c:pt>
                <c:pt idx="529">
                  <c:v>1.5119</c:v>
                </c:pt>
                <c:pt idx="530">
                  <c:v>1.5132</c:v>
                </c:pt>
                <c:pt idx="531">
                  <c:v>1.5146</c:v>
                </c:pt>
                <c:pt idx="532">
                  <c:v>1.5155</c:v>
                </c:pt>
                <c:pt idx="533">
                  <c:v>1.5144</c:v>
                </c:pt>
                <c:pt idx="534">
                  <c:v>1.5166</c:v>
                </c:pt>
                <c:pt idx="535">
                  <c:v>1.5155</c:v>
                </c:pt>
                <c:pt idx="536">
                  <c:v>1.5181</c:v>
                </c:pt>
                <c:pt idx="537">
                  <c:v>1.5177</c:v>
                </c:pt>
                <c:pt idx="538">
                  <c:v>1.5182</c:v>
                </c:pt>
                <c:pt idx="539">
                  <c:v>1.5164</c:v>
                </c:pt>
                <c:pt idx="540">
                  <c:v>1.5187</c:v>
                </c:pt>
                <c:pt idx="541">
                  <c:v>1.519</c:v>
                </c:pt>
                <c:pt idx="542">
                  <c:v>1.5183</c:v>
                </c:pt>
                <c:pt idx="543">
                  <c:v>1.5166</c:v>
                </c:pt>
                <c:pt idx="544">
                  <c:v>1.5165</c:v>
                </c:pt>
                <c:pt idx="545">
                  <c:v>1.5176</c:v>
                </c:pt>
                <c:pt idx="546">
                  <c:v>1.5153</c:v>
                </c:pt>
                <c:pt idx="547">
                  <c:v>1.5177</c:v>
                </c:pt>
                <c:pt idx="548">
                  <c:v>1.518</c:v>
                </c:pt>
                <c:pt idx="549">
                  <c:v>1.5163</c:v>
                </c:pt>
                <c:pt idx="550">
                  <c:v>1.5173</c:v>
                </c:pt>
                <c:pt idx="551">
                  <c:v>1.5146</c:v>
                </c:pt>
                <c:pt idx="552">
                  <c:v>1.5159</c:v>
                </c:pt>
                <c:pt idx="553">
                  <c:v>1.5147</c:v>
                </c:pt>
                <c:pt idx="554">
                  <c:v>1.5158</c:v>
                </c:pt>
                <c:pt idx="555">
                  <c:v>1.5148</c:v>
                </c:pt>
                <c:pt idx="556">
                  <c:v>1.5148</c:v>
                </c:pt>
                <c:pt idx="557">
                  <c:v>1.5128</c:v>
                </c:pt>
                <c:pt idx="558">
                  <c:v>1.5137</c:v>
                </c:pt>
                <c:pt idx="559">
                  <c:v>1.5137</c:v>
                </c:pt>
                <c:pt idx="560">
                  <c:v>1.511</c:v>
                </c:pt>
                <c:pt idx="561">
                  <c:v>1.5135</c:v>
                </c:pt>
                <c:pt idx="562">
                  <c:v>1.5132</c:v>
                </c:pt>
                <c:pt idx="563">
                  <c:v>1.5128</c:v>
                </c:pt>
                <c:pt idx="564">
                  <c:v>1.5117</c:v>
                </c:pt>
                <c:pt idx="565">
                  <c:v>1.5113</c:v>
                </c:pt>
                <c:pt idx="566">
                  <c:v>1.5119</c:v>
                </c:pt>
                <c:pt idx="567">
                  <c:v>1.5113</c:v>
                </c:pt>
                <c:pt idx="568">
                  <c:v>1.5108</c:v>
                </c:pt>
                <c:pt idx="569">
                  <c:v>1.5095</c:v>
                </c:pt>
                <c:pt idx="570">
                  <c:v>1.5091</c:v>
                </c:pt>
                <c:pt idx="571">
                  <c:v>1.5097</c:v>
                </c:pt>
                <c:pt idx="572">
                  <c:v>1.5077</c:v>
                </c:pt>
                <c:pt idx="573">
                  <c:v>1.5083</c:v>
                </c:pt>
                <c:pt idx="574">
                  <c:v>1.5085</c:v>
                </c:pt>
                <c:pt idx="575">
                  <c:v>1.5088</c:v>
                </c:pt>
                <c:pt idx="576">
                  <c:v>1.5095</c:v>
                </c:pt>
                <c:pt idx="577">
                  <c:v>1.5084</c:v>
                </c:pt>
                <c:pt idx="578">
                  <c:v>1.5083</c:v>
                </c:pt>
                <c:pt idx="579">
                  <c:v>1.508</c:v>
                </c:pt>
                <c:pt idx="580">
                  <c:v>1.5089</c:v>
                </c:pt>
                <c:pt idx="581">
                  <c:v>1.5091</c:v>
                </c:pt>
                <c:pt idx="582">
                  <c:v>1.5076</c:v>
                </c:pt>
                <c:pt idx="583">
                  <c:v>1.5076</c:v>
                </c:pt>
                <c:pt idx="584">
                  <c:v>1.5072</c:v>
                </c:pt>
                <c:pt idx="585">
                  <c:v>1.5055</c:v>
                </c:pt>
                <c:pt idx="586">
                  <c:v>1.506</c:v>
                </c:pt>
                <c:pt idx="587">
                  <c:v>1.5078</c:v>
                </c:pt>
                <c:pt idx="588">
                  <c:v>1.5057</c:v>
                </c:pt>
                <c:pt idx="589">
                  <c:v>1.5067</c:v>
                </c:pt>
                <c:pt idx="590">
                  <c:v>1.5043</c:v>
                </c:pt>
                <c:pt idx="591">
                  <c:v>1.5056</c:v>
                </c:pt>
                <c:pt idx="592">
                  <c:v>1.5049</c:v>
                </c:pt>
                <c:pt idx="593">
                  <c:v>1.5066</c:v>
                </c:pt>
                <c:pt idx="594">
                  <c:v>1.505</c:v>
                </c:pt>
                <c:pt idx="595">
                  <c:v>1.5053</c:v>
                </c:pt>
                <c:pt idx="596">
                  <c:v>1.5033</c:v>
                </c:pt>
                <c:pt idx="597">
                  <c:v>1.5048</c:v>
                </c:pt>
                <c:pt idx="598">
                  <c:v>1.5045</c:v>
                </c:pt>
                <c:pt idx="599">
                  <c:v>1.5025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 b="0">
                    <a:latin typeface="Quicksand"/>
                  </a:rPr>
                  <a:t>Thời gian [s]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crossAx val="2140495176"/>
        <c:crosses val="autoZero"/>
        <c:auto val="1"/>
        <c:lblAlgn val="ctr"/>
        <c:lblOffset val="100"/>
        <c:tickLblSkip val="60"/>
        <c:tickMarkSkip val="60"/>
        <c:noMultiLvlLbl val="0"/>
      </c:catAx>
      <c:valAx>
        <c:axId val="2140495176"/>
        <c:scaling>
          <c:max val="3.3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latin typeface="Quicksand"/>
                  </a:rPr>
                  <a:t>OUT [V]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0.5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031739"/>
          </a:solidFill>
          <a:latin typeface="Quicksan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Φ = 0,3</c:v>
                </c:pt>
              </c:strCache>
            </c:strRef>
          </c:tx>
          <c:spPr>
            <a:ln w="22225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Sheet1!$A$2:$A$162</c:f>
              <c:strCach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strCache>
            </c:strRef>
          </c:cat>
          <c:val>
            <c:numRef>
              <c:f>Sheet1!$B$2:$B$162</c:f>
              <c:numCache>
                <c:formatCode>General</c:formatCode>
                <c:ptCount val="161"/>
                <c:pt idx="0">
                  <c:v>0.9553</c:v>
                </c:pt>
                <c:pt idx="1">
                  <c:v>0.9292</c:v>
                </c:pt>
                <c:pt idx="2">
                  <c:v>0.8973</c:v>
                </c:pt>
                <c:pt idx="3">
                  <c:v>0.86</c:v>
                </c:pt>
                <c:pt idx="4">
                  <c:v>0.8173</c:v>
                </c:pt>
                <c:pt idx="5">
                  <c:v>0.7695</c:v>
                </c:pt>
                <c:pt idx="6">
                  <c:v>0.717</c:v>
                </c:pt>
                <c:pt idx="7">
                  <c:v>0.6601</c:v>
                </c:pt>
                <c:pt idx="8">
                  <c:v>0.5992</c:v>
                </c:pt>
                <c:pt idx="9">
                  <c:v>0.5345</c:v>
                </c:pt>
                <c:pt idx="10">
                  <c:v>0.4666</c:v>
                </c:pt>
                <c:pt idx="11">
                  <c:v>0.3957</c:v>
                </c:pt>
                <c:pt idx="12">
                  <c:v>0.3225</c:v>
                </c:pt>
                <c:pt idx="13">
                  <c:v>0.2472</c:v>
                </c:pt>
                <c:pt idx="14">
                  <c:v>0.1704</c:v>
                </c:pt>
                <c:pt idx="15">
                  <c:v>0.0926</c:v>
                </c:pt>
                <c:pt idx="16">
                  <c:v>0.0142</c:v>
                </c:pt>
                <c:pt idx="17">
                  <c:v>-0.0643</c:v>
                </c:pt>
                <c:pt idx="18">
                  <c:v>-0.1424</c:v>
                </c:pt>
                <c:pt idx="19">
                  <c:v>-0.2197</c:v>
                </c:pt>
                <c:pt idx="20">
                  <c:v>-0.2955</c:v>
                </c:pt>
                <c:pt idx="21">
                  <c:v>-0.3696</c:v>
                </c:pt>
                <c:pt idx="22">
                  <c:v>-0.4413</c:v>
                </c:pt>
                <c:pt idx="23">
                  <c:v>-0.5104</c:v>
                </c:pt>
                <c:pt idx="24">
                  <c:v>-0.5763</c:v>
                </c:pt>
                <c:pt idx="25">
                  <c:v>-0.6386</c:v>
                </c:pt>
                <c:pt idx="26">
                  <c:v>-0.697</c:v>
                </c:pt>
                <c:pt idx="27">
                  <c:v>-0.7511</c:v>
                </c:pt>
                <c:pt idx="28">
                  <c:v>-0.8006</c:v>
                </c:pt>
                <c:pt idx="29">
                  <c:v>-0.8452</c:v>
                </c:pt>
                <c:pt idx="30">
                  <c:v>-0.8845</c:v>
                </c:pt>
                <c:pt idx="31">
                  <c:v>-0.9184</c:v>
                </c:pt>
                <c:pt idx="32">
                  <c:v>-0.9466</c:v>
                </c:pt>
                <c:pt idx="33">
                  <c:v>-0.969</c:v>
                </c:pt>
                <c:pt idx="34">
                  <c:v>-0.9854</c:v>
                </c:pt>
                <c:pt idx="35">
                  <c:v>-0.9957</c:v>
                </c:pt>
                <c:pt idx="36">
                  <c:v>-0.9999</c:v>
                </c:pt>
                <c:pt idx="37">
                  <c:v>-0.9979</c:v>
                </c:pt>
                <c:pt idx="38">
                  <c:v>-0.9898</c:v>
                </c:pt>
                <c:pt idx="39">
                  <c:v>-0.9756</c:v>
                </c:pt>
                <c:pt idx="40">
                  <c:v>-0.9553</c:v>
                </c:pt>
                <c:pt idx="41">
                  <c:v>-0.9292</c:v>
                </c:pt>
                <c:pt idx="42">
                  <c:v>-0.8973</c:v>
                </c:pt>
                <c:pt idx="43">
                  <c:v>-0.86</c:v>
                </c:pt>
                <c:pt idx="44">
                  <c:v>-0.8173</c:v>
                </c:pt>
                <c:pt idx="45">
                  <c:v>-0.7695</c:v>
                </c:pt>
                <c:pt idx="46">
                  <c:v>-0.717</c:v>
                </c:pt>
                <c:pt idx="47">
                  <c:v>-0.6601</c:v>
                </c:pt>
                <c:pt idx="48">
                  <c:v>-0.5992</c:v>
                </c:pt>
                <c:pt idx="49">
                  <c:v>-0.5345</c:v>
                </c:pt>
                <c:pt idx="50">
                  <c:v>-0.4666</c:v>
                </c:pt>
                <c:pt idx="51">
                  <c:v>-0.3957</c:v>
                </c:pt>
                <c:pt idx="52">
                  <c:v>-0.3225</c:v>
                </c:pt>
                <c:pt idx="53">
                  <c:v>-0.2472</c:v>
                </c:pt>
                <c:pt idx="54">
                  <c:v>-0.1704</c:v>
                </c:pt>
                <c:pt idx="55">
                  <c:v>-0.0926</c:v>
                </c:pt>
                <c:pt idx="56">
                  <c:v>-0.0142</c:v>
                </c:pt>
                <c:pt idx="57">
                  <c:v>0.0643</c:v>
                </c:pt>
                <c:pt idx="58">
                  <c:v>0.1424</c:v>
                </c:pt>
                <c:pt idx="59">
                  <c:v>0.2197</c:v>
                </c:pt>
                <c:pt idx="60">
                  <c:v>0.2955</c:v>
                </c:pt>
                <c:pt idx="61">
                  <c:v>0.3696</c:v>
                </c:pt>
                <c:pt idx="62">
                  <c:v>0.4413</c:v>
                </c:pt>
                <c:pt idx="63">
                  <c:v>0.5104</c:v>
                </c:pt>
                <c:pt idx="64">
                  <c:v>0.5763</c:v>
                </c:pt>
                <c:pt idx="65">
                  <c:v>0.6386</c:v>
                </c:pt>
                <c:pt idx="66">
                  <c:v>0.697</c:v>
                </c:pt>
                <c:pt idx="67">
                  <c:v>0.7511</c:v>
                </c:pt>
                <c:pt idx="68">
                  <c:v>0.8006</c:v>
                </c:pt>
                <c:pt idx="69">
                  <c:v>0.8452</c:v>
                </c:pt>
                <c:pt idx="70">
                  <c:v>0.8845</c:v>
                </c:pt>
                <c:pt idx="71">
                  <c:v>0.9184</c:v>
                </c:pt>
                <c:pt idx="72">
                  <c:v>0.9466</c:v>
                </c:pt>
                <c:pt idx="73">
                  <c:v>0.969</c:v>
                </c:pt>
                <c:pt idx="74">
                  <c:v>0.9854</c:v>
                </c:pt>
                <c:pt idx="75">
                  <c:v>0.9957</c:v>
                </c:pt>
                <c:pt idx="76">
                  <c:v>0.9999</c:v>
                </c:pt>
                <c:pt idx="77">
                  <c:v>0.9979</c:v>
                </c:pt>
                <c:pt idx="78">
                  <c:v>0.9898</c:v>
                </c:pt>
                <c:pt idx="79">
                  <c:v>0.9756</c:v>
                </c:pt>
                <c:pt idx="80">
                  <c:v>0.9553</c:v>
                </c:pt>
                <c:pt idx="81">
                  <c:v>0.9292</c:v>
                </c:pt>
                <c:pt idx="82">
                  <c:v>0.8973</c:v>
                </c:pt>
                <c:pt idx="83">
                  <c:v>0.86</c:v>
                </c:pt>
                <c:pt idx="84">
                  <c:v>0.8173</c:v>
                </c:pt>
                <c:pt idx="85">
                  <c:v>0.7695</c:v>
                </c:pt>
                <c:pt idx="86">
                  <c:v>0.717</c:v>
                </c:pt>
                <c:pt idx="87">
                  <c:v>0.6601</c:v>
                </c:pt>
                <c:pt idx="88">
                  <c:v>0.5992</c:v>
                </c:pt>
                <c:pt idx="89">
                  <c:v>0.5345</c:v>
                </c:pt>
                <c:pt idx="90">
                  <c:v>0.4666</c:v>
                </c:pt>
                <c:pt idx="91">
                  <c:v>0.3957</c:v>
                </c:pt>
                <c:pt idx="92">
                  <c:v>0.3225</c:v>
                </c:pt>
                <c:pt idx="93">
                  <c:v>0.2472</c:v>
                </c:pt>
                <c:pt idx="94">
                  <c:v>0.1704</c:v>
                </c:pt>
                <c:pt idx="95">
                  <c:v>0.0926</c:v>
                </c:pt>
                <c:pt idx="96">
                  <c:v>0.0142</c:v>
                </c:pt>
                <c:pt idx="97">
                  <c:v>-0.0643</c:v>
                </c:pt>
                <c:pt idx="98">
                  <c:v>-0.1424</c:v>
                </c:pt>
                <c:pt idx="99">
                  <c:v>-0.2197</c:v>
                </c:pt>
                <c:pt idx="100">
                  <c:v>-0.2955</c:v>
                </c:pt>
                <c:pt idx="101">
                  <c:v>-0.3696</c:v>
                </c:pt>
                <c:pt idx="102">
                  <c:v>-0.4413</c:v>
                </c:pt>
                <c:pt idx="103">
                  <c:v>-0.5104</c:v>
                </c:pt>
                <c:pt idx="104">
                  <c:v>-0.5763</c:v>
                </c:pt>
                <c:pt idx="105">
                  <c:v>-0.6386</c:v>
                </c:pt>
                <c:pt idx="106">
                  <c:v>-0.697</c:v>
                </c:pt>
                <c:pt idx="107">
                  <c:v>-0.7511</c:v>
                </c:pt>
                <c:pt idx="108">
                  <c:v>-0.8006</c:v>
                </c:pt>
                <c:pt idx="109">
                  <c:v>-0.8452</c:v>
                </c:pt>
                <c:pt idx="110">
                  <c:v>-0.8845</c:v>
                </c:pt>
                <c:pt idx="111">
                  <c:v>-0.9184</c:v>
                </c:pt>
                <c:pt idx="112">
                  <c:v>-0.9466</c:v>
                </c:pt>
                <c:pt idx="113">
                  <c:v>-0.969</c:v>
                </c:pt>
                <c:pt idx="114">
                  <c:v>-0.9854</c:v>
                </c:pt>
                <c:pt idx="115">
                  <c:v>-0.9957</c:v>
                </c:pt>
                <c:pt idx="116">
                  <c:v>-0.9999</c:v>
                </c:pt>
                <c:pt idx="117">
                  <c:v>-0.9979</c:v>
                </c:pt>
                <c:pt idx="118">
                  <c:v>-0.9898</c:v>
                </c:pt>
                <c:pt idx="119">
                  <c:v>-0.9756</c:v>
                </c:pt>
                <c:pt idx="120">
                  <c:v>-0.9553</c:v>
                </c:pt>
                <c:pt idx="121">
                  <c:v>-0.9292</c:v>
                </c:pt>
                <c:pt idx="122">
                  <c:v>-0.8973</c:v>
                </c:pt>
                <c:pt idx="123">
                  <c:v>-0.86</c:v>
                </c:pt>
                <c:pt idx="124">
                  <c:v>-0.8173</c:v>
                </c:pt>
                <c:pt idx="125">
                  <c:v>-0.7695</c:v>
                </c:pt>
                <c:pt idx="126">
                  <c:v>-0.717</c:v>
                </c:pt>
                <c:pt idx="127">
                  <c:v>-0.6601</c:v>
                </c:pt>
                <c:pt idx="128">
                  <c:v>-0.5992</c:v>
                </c:pt>
                <c:pt idx="129">
                  <c:v>-0.5345</c:v>
                </c:pt>
                <c:pt idx="130">
                  <c:v>-0.4666</c:v>
                </c:pt>
                <c:pt idx="131">
                  <c:v>-0.3957</c:v>
                </c:pt>
                <c:pt idx="132">
                  <c:v>-0.3225</c:v>
                </c:pt>
                <c:pt idx="133">
                  <c:v>-0.2472</c:v>
                </c:pt>
                <c:pt idx="134">
                  <c:v>-0.1704</c:v>
                </c:pt>
                <c:pt idx="135">
                  <c:v>-0.0926</c:v>
                </c:pt>
                <c:pt idx="136">
                  <c:v>-0.0142</c:v>
                </c:pt>
                <c:pt idx="137">
                  <c:v>0.0643</c:v>
                </c:pt>
                <c:pt idx="138">
                  <c:v>0.1424</c:v>
                </c:pt>
                <c:pt idx="139">
                  <c:v>0.2197</c:v>
                </c:pt>
                <c:pt idx="140">
                  <c:v>0.2955</c:v>
                </c:pt>
                <c:pt idx="141">
                  <c:v>0.3696</c:v>
                </c:pt>
                <c:pt idx="142">
                  <c:v>0.4413</c:v>
                </c:pt>
                <c:pt idx="143">
                  <c:v>0.5104</c:v>
                </c:pt>
                <c:pt idx="144">
                  <c:v>0.5763</c:v>
                </c:pt>
                <c:pt idx="145">
                  <c:v>0.6386</c:v>
                </c:pt>
                <c:pt idx="146">
                  <c:v>0.697</c:v>
                </c:pt>
                <c:pt idx="147">
                  <c:v>0.7511</c:v>
                </c:pt>
                <c:pt idx="148">
                  <c:v>0.8006</c:v>
                </c:pt>
                <c:pt idx="149">
                  <c:v>0.8452</c:v>
                </c:pt>
                <c:pt idx="150">
                  <c:v>0.8845</c:v>
                </c:pt>
                <c:pt idx="151">
                  <c:v>0.9184</c:v>
                </c:pt>
                <c:pt idx="152">
                  <c:v>0.9466</c:v>
                </c:pt>
                <c:pt idx="153">
                  <c:v>0.969</c:v>
                </c:pt>
                <c:pt idx="154">
                  <c:v>0.9854</c:v>
                </c:pt>
                <c:pt idx="155">
                  <c:v>0.9957</c:v>
                </c:pt>
                <c:pt idx="156">
                  <c:v>0.9999</c:v>
                </c:pt>
                <c:pt idx="157">
                  <c:v>0.9979</c:v>
                </c:pt>
                <c:pt idx="158">
                  <c:v>0.9898</c:v>
                </c:pt>
                <c:pt idx="159">
                  <c:v>0.9756</c:v>
                </c:pt>
                <c:pt idx="160">
                  <c:v>0.9553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 = 1,9</c:v>
                </c:pt>
              </c:strCache>
            </c:strRef>
          </c:tx>
          <c:spPr>
            <a:ln w="22225"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Sheet1!$A$2:$A$162</c:f>
              <c:strCach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strCache>
            </c:strRef>
          </c:cat>
          <c:val>
            <c:numRef>
              <c:f>Sheet1!$C$2:$C$162</c:f>
              <c:numCache>
                <c:formatCode>General</c:formatCode>
                <c:ptCount val="161"/>
                <c:pt idx="0">
                  <c:v>-0.3233</c:v>
                </c:pt>
                <c:pt idx="1">
                  <c:v>-0.3965</c:v>
                </c:pt>
                <c:pt idx="2">
                  <c:v>-0.4673</c:v>
                </c:pt>
                <c:pt idx="3">
                  <c:v>-0.5353</c:v>
                </c:pt>
                <c:pt idx="4">
                  <c:v>-0.5999</c:v>
                </c:pt>
                <c:pt idx="5">
                  <c:v>-0.6608</c:v>
                </c:pt>
                <c:pt idx="6">
                  <c:v>-0.7177</c:v>
                </c:pt>
                <c:pt idx="7">
                  <c:v>-0.7701</c:v>
                </c:pt>
                <c:pt idx="8">
                  <c:v>-0.8178</c:v>
                </c:pt>
                <c:pt idx="9">
                  <c:v>-0.8604</c:v>
                </c:pt>
                <c:pt idx="10">
                  <c:v>-0.8977</c:v>
                </c:pt>
                <c:pt idx="11">
                  <c:v>-0.9295</c:v>
                </c:pt>
                <c:pt idx="12">
                  <c:v>-0.9556</c:v>
                </c:pt>
                <c:pt idx="13">
                  <c:v>-0.9758</c:v>
                </c:pt>
                <c:pt idx="14">
                  <c:v>-0.9899</c:v>
                </c:pt>
                <c:pt idx="15">
                  <c:v>-0.998</c:v>
                </c:pt>
                <c:pt idx="16">
                  <c:v>-0.9999</c:v>
                </c:pt>
                <c:pt idx="17">
                  <c:v>-0.9956</c:v>
                </c:pt>
                <c:pt idx="18">
                  <c:v>-0.9852</c:v>
                </c:pt>
                <c:pt idx="19">
                  <c:v>-0.9687</c:v>
                </c:pt>
                <c:pt idx="20">
                  <c:v>-0.9463</c:v>
                </c:pt>
                <c:pt idx="21">
                  <c:v>-0.918</c:v>
                </c:pt>
                <c:pt idx="22">
                  <c:v>-0.8841</c:v>
                </c:pt>
                <c:pt idx="23">
                  <c:v>-0.8447</c:v>
                </c:pt>
                <c:pt idx="24">
                  <c:v>-0.8001</c:v>
                </c:pt>
                <c:pt idx="25">
                  <c:v>-0.7505</c:v>
                </c:pt>
                <c:pt idx="26">
                  <c:v>-0.6964</c:v>
                </c:pt>
                <c:pt idx="27">
                  <c:v>-0.6379</c:v>
                </c:pt>
                <c:pt idx="28">
                  <c:v>-0.5755</c:v>
                </c:pt>
                <c:pt idx="29">
                  <c:v>-0.5096</c:v>
                </c:pt>
                <c:pt idx="30">
                  <c:v>-0.4405</c:v>
                </c:pt>
                <c:pt idx="31">
                  <c:v>-0.3687</c:v>
                </c:pt>
                <c:pt idx="32">
                  <c:v>-0.2947</c:v>
                </c:pt>
                <c:pt idx="33">
                  <c:v>-0.2188</c:v>
                </c:pt>
                <c:pt idx="34">
                  <c:v>-0.1416</c:v>
                </c:pt>
                <c:pt idx="35">
                  <c:v>-0.0635</c:v>
                </c:pt>
                <c:pt idx="36">
                  <c:v>0.015</c:v>
                </c:pt>
                <c:pt idx="37">
                  <c:v>0.0934</c:v>
                </c:pt>
                <c:pt idx="38">
                  <c:v>0.1713</c:v>
                </c:pt>
                <c:pt idx="39">
                  <c:v>0.248</c:v>
                </c:pt>
                <c:pt idx="40">
                  <c:v>0.3233</c:v>
                </c:pt>
                <c:pt idx="41">
                  <c:v>0.3965</c:v>
                </c:pt>
                <c:pt idx="42">
                  <c:v>0.4673</c:v>
                </c:pt>
                <c:pt idx="43">
                  <c:v>0.5353</c:v>
                </c:pt>
                <c:pt idx="44">
                  <c:v>0.5999</c:v>
                </c:pt>
                <c:pt idx="45">
                  <c:v>0.6608</c:v>
                </c:pt>
                <c:pt idx="46">
                  <c:v>0.7177</c:v>
                </c:pt>
                <c:pt idx="47">
                  <c:v>0.7701</c:v>
                </c:pt>
                <c:pt idx="48">
                  <c:v>0.8178</c:v>
                </c:pt>
                <c:pt idx="49">
                  <c:v>0.8604</c:v>
                </c:pt>
                <c:pt idx="50">
                  <c:v>0.8977</c:v>
                </c:pt>
                <c:pt idx="51">
                  <c:v>0.9295</c:v>
                </c:pt>
                <c:pt idx="52">
                  <c:v>0.9556</c:v>
                </c:pt>
                <c:pt idx="53">
                  <c:v>0.9758</c:v>
                </c:pt>
                <c:pt idx="54">
                  <c:v>0.9899</c:v>
                </c:pt>
                <c:pt idx="55">
                  <c:v>0.998</c:v>
                </c:pt>
                <c:pt idx="56">
                  <c:v>0.9999</c:v>
                </c:pt>
                <c:pt idx="57">
                  <c:v>0.9956</c:v>
                </c:pt>
                <c:pt idx="58">
                  <c:v>0.9852</c:v>
                </c:pt>
                <c:pt idx="59">
                  <c:v>0.9687</c:v>
                </c:pt>
                <c:pt idx="60">
                  <c:v>0.9463</c:v>
                </c:pt>
                <c:pt idx="61">
                  <c:v>0.918</c:v>
                </c:pt>
                <c:pt idx="62">
                  <c:v>0.8841</c:v>
                </c:pt>
                <c:pt idx="63">
                  <c:v>0.8447</c:v>
                </c:pt>
                <c:pt idx="64">
                  <c:v>0.8001</c:v>
                </c:pt>
                <c:pt idx="65">
                  <c:v>0.7505</c:v>
                </c:pt>
                <c:pt idx="66">
                  <c:v>0.6964</c:v>
                </c:pt>
                <c:pt idx="67">
                  <c:v>0.6379</c:v>
                </c:pt>
                <c:pt idx="68">
                  <c:v>0.5755</c:v>
                </c:pt>
                <c:pt idx="69">
                  <c:v>0.5096</c:v>
                </c:pt>
                <c:pt idx="70">
                  <c:v>0.4405</c:v>
                </c:pt>
                <c:pt idx="71">
                  <c:v>0.3687</c:v>
                </c:pt>
                <c:pt idx="72">
                  <c:v>0.2947</c:v>
                </c:pt>
                <c:pt idx="73">
                  <c:v>0.2188</c:v>
                </c:pt>
                <c:pt idx="74">
                  <c:v>0.1416</c:v>
                </c:pt>
                <c:pt idx="75">
                  <c:v>0.0635</c:v>
                </c:pt>
                <c:pt idx="76">
                  <c:v>-0.015</c:v>
                </c:pt>
                <c:pt idx="77">
                  <c:v>-0.0934</c:v>
                </c:pt>
                <c:pt idx="78">
                  <c:v>-0.1713</c:v>
                </c:pt>
                <c:pt idx="79">
                  <c:v>-0.248</c:v>
                </c:pt>
                <c:pt idx="80">
                  <c:v>-0.3233</c:v>
                </c:pt>
                <c:pt idx="81">
                  <c:v>-0.3965</c:v>
                </c:pt>
                <c:pt idx="82">
                  <c:v>-0.4673</c:v>
                </c:pt>
                <c:pt idx="83">
                  <c:v>-0.5353</c:v>
                </c:pt>
                <c:pt idx="84">
                  <c:v>-0.5999</c:v>
                </c:pt>
                <c:pt idx="85">
                  <c:v>-0.6608</c:v>
                </c:pt>
                <c:pt idx="86">
                  <c:v>-0.7177</c:v>
                </c:pt>
                <c:pt idx="87">
                  <c:v>-0.7701</c:v>
                </c:pt>
                <c:pt idx="88">
                  <c:v>-0.8178</c:v>
                </c:pt>
                <c:pt idx="89">
                  <c:v>-0.8604</c:v>
                </c:pt>
                <c:pt idx="90">
                  <c:v>-0.8977</c:v>
                </c:pt>
                <c:pt idx="91">
                  <c:v>-0.9295</c:v>
                </c:pt>
                <c:pt idx="92">
                  <c:v>-0.9556</c:v>
                </c:pt>
                <c:pt idx="93">
                  <c:v>-0.9758</c:v>
                </c:pt>
                <c:pt idx="94">
                  <c:v>-0.9899</c:v>
                </c:pt>
                <c:pt idx="95">
                  <c:v>-0.998</c:v>
                </c:pt>
                <c:pt idx="96">
                  <c:v>-0.9999</c:v>
                </c:pt>
                <c:pt idx="97">
                  <c:v>-0.9956</c:v>
                </c:pt>
                <c:pt idx="98">
                  <c:v>-0.9852</c:v>
                </c:pt>
                <c:pt idx="99">
                  <c:v>-0.9687</c:v>
                </c:pt>
                <c:pt idx="100">
                  <c:v>-0.9463</c:v>
                </c:pt>
                <c:pt idx="101">
                  <c:v>-0.918</c:v>
                </c:pt>
                <c:pt idx="102">
                  <c:v>-0.8841</c:v>
                </c:pt>
                <c:pt idx="103">
                  <c:v>-0.8447</c:v>
                </c:pt>
                <c:pt idx="104">
                  <c:v>-0.8001</c:v>
                </c:pt>
                <c:pt idx="105">
                  <c:v>-0.7505</c:v>
                </c:pt>
                <c:pt idx="106">
                  <c:v>-0.6964</c:v>
                </c:pt>
                <c:pt idx="107">
                  <c:v>-0.6379</c:v>
                </c:pt>
                <c:pt idx="108">
                  <c:v>-0.5755</c:v>
                </c:pt>
                <c:pt idx="109">
                  <c:v>-0.5096</c:v>
                </c:pt>
                <c:pt idx="110">
                  <c:v>-0.4405</c:v>
                </c:pt>
                <c:pt idx="111">
                  <c:v>-0.3687</c:v>
                </c:pt>
                <c:pt idx="112">
                  <c:v>-0.2947</c:v>
                </c:pt>
                <c:pt idx="113">
                  <c:v>-0.2188</c:v>
                </c:pt>
                <c:pt idx="114">
                  <c:v>-0.1416</c:v>
                </c:pt>
                <c:pt idx="115">
                  <c:v>-0.0635</c:v>
                </c:pt>
                <c:pt idx="116">
                  <c:v>0.015</c:v>
                </c:pt>
                <c:pt idx="117">
                  <c:v>0.0934</c:v>
                </c:pt>
                <c:pt idx="118">
                  <c:v>0.1713</c:v>
                </c:pt>
                <c:pt idx="119">
                  <c:v>0.248</c:v>
                </c:pt>
                <c:pt idx="120">
                  <c:v>0.3233</c:v>
                </c:pt>
                <c:pt idx="121">
                  <c:v>0.3965</c:v>
                </c:pt>
                <c:pt idx="122">
                  <c:v>0.4673</c:v>
                </c:pt>
                <c:pt idx="123">
                  <c:v>0.5353</c:v>
                </c:pt>
                <c:pt idx="124">
                  <c:v>0.5999</c:v>
                </c:pt>
                <c:pt idx="125">
                  <c:v>0.6608</c:v>
                </c:pt>
                <c:pt idx="126">
                  <c:v>0.7177</c:v>
                </c:pt>
                <c:pt idx="127">
                  <c:v>0.7701</c:v>
                </c:pt>
                <c:pt idx="128">
                  <c:v>0.8178</c:v>
                </c:pt>
                <c:pt idx="129">
                  <c:v>0.8604</c:v>
                </c:pt>
                <c:pt idx="130">
                  <c:v>0.8977</c:v>
                </c:pt>
                <c:pt idx="131">
                  <c:v>0.9295</c:v>
                </c:pt>
                <c:pt idx="132">
                  <c:v>0.9556</c:v>
                </c:pt>
                <c:pt idx="133">
                  <c:v>0.9758</c:v>
                </c:pt>
                <c:pt idx="134">
                  <c:v>0.9899</c:v>
                </c:pt>
                <c:pt idx="135">
                  <c:v>0.998</c:v>
                </c:pt>
                <c:pt idx="136">
                  <c:v>0.9999</c:v>
                </c:pt>
                <c:pt idx="137">
                  <c:v>0.9956</c:v>
                </c:pt>
                <c:pt idx="138">
                  <c:v>0.9852</c:v>
                </c:pt>
                <c:pt idx="139">
                  <c:v>0.9687</c:v>
                </c:pt>
                <c:pt idx="140">
                  <c:v>0.9463</c:v>
                </c:pt>
                <c:pt idx="141">
                  <c:v>0.918</c:v>
                </c:pt>
                <c:pt idx="142">
                  <c:v>0.8841</c:v>
                </c:pt>
                <c:pt idx="143">
                  <c:v>0.8447</c:v>
                </c:pt>
                <c:pt idx="144">
                  <c:v>0.8001</c:v>
                </c:pt>
                <c:pt idx="145">
                  <c:v>0.7505</c:v>
                </c:pt>
                <c:pt idx="146">
                  <c:v>0.6964</c:v>
                </c:pt>
                <c:pt idx="147">
                  <c:v>0.6379</c:v>
                </c:pt>
                <c:pt idx="148">
                  <c:v>0.5755</c:v>
                </c:pt>
                <c:pt idx="149">
                  <c:v>0.5096</c:v>
                </c:pt>
                <c:pt idx="150">
                  <c:v>0.4405</c:v>
                </c:pt>
                <c:pt idx="151">
                  <c:v>0.3687</c:v>
                </c:pt>
                <c:pt idx="152">
                  <c:v>0.2947</c:v>
                </c:pt>
                <c:pt idx="153">
                  <c:v>0.2188</c:v>
                </c:pt>
                <c:pt idx="154">
                  <c:v>0.1416</c:v>
                </c:pt>
                <c:pt idx="155">
                  <c:v>0.0635</c:v>
                </c:pt>
                <c:pt idx="156">
                  <c:v>-0.015</c:v>
                </c:pt>
                <c:pt idx="157">
                  <c:v>-0.0934</c:v>
                </c:pt>
                <c:pt idx="158">
                  <c:v>-0.1713</c:v>
                </c:pt>
                <c:pt idx="159">
                  <c:v>-0.248</c:v>
                </c:pt>
                <c:pt idx="160">
                  <c:v>-0.3233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Φ = 4,0</c:v>
                </c:pt>
              </c:strCache>
            </c:strRef>
          </c:tx>
          <c:spPr>
            <a:ln w="22225">
              <a:solidFill>
                <a:srgbClr val="595959"/>
              </a:solidFill>
            </a:ln>
          </c:spPr>
          <c:marker>
            <c:symbol val="none"/>
          </c:marker>
          <c:cat>
            <c:strRef>
              <c:f>Sheet1!$A$2:$A$162</c:f>
              <c:strCache>
                <c:ptCount val="16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</c:strCache>
            </c:strRef>
          </c:cat>
          <c:val>
            <c:numRef>
              <c:f>Sheet1!$D$2:$D$162</c:f>
              <c:numCache>
                <c:formatCode>General</c:formatCode>
                <c:ptCount val="161"/>
                <c:pt idx="0">
                  <c:v>-0.6536</c:v>
                </c:pt>
                <c:pt idx="1">
                  <c:v>-0.5923</c:v>
                </c:pt>
                <c:pt idx="2">
                  <c:v>-0.5272</c:v>
                </c:pt>
                <c:pt idx="3">
                  <c:v>-0.4589</c:v>
                </c:pt>
                <c:pt idx="4">
                  <c:v>-0.3878</c:v>
                </c:pt>
                <c:pt idx="5">
                  <c:v>-0.3143</c:v>
                </c:pt>
                <c:pt idx="6">
                  <c:v>-0.2388</c:v>
                </c:pt>
                <c:pt idx="7">
                  <c:v>-0.1619</c:v>
                </c:pt>
                <c:pt idx="8">
                  <c:v>-0.084</c:v>
                </c:pt>
                <c:pt idx="9">
                  <c:v>-0.0055</c:v>
                </c:pt>
                <c:pt idx="10">
                  <c:v>0.0729</c:v>
                </c:pt>
                <c:pt idx="11">
                  <c:v>0.151</c:v>
                </c:pt>
                <c:pt idx="12">
                  <c:v>0.2281</c:v>
                </c:pt>
                <c:pt idx="13">
                  <c:v>0.3038</c:v>
                </c:pt>
                <c:pt idx="14">
                  <c:v>0.3776</c:v>
                </c:pt>
                <c:pt idx="15">
                  <c:v>0.4491</c:v>
                </c:pt>
                <c:pt idx="16">
                  <c:v>0.5178</c:v>
                </c:pt>
                <c:pt idx="17">
                  <c:v>0.5833</c:v>
                </c:pt>
                <c:pt idx="18">
                  <c:v>0.6452</c:v>
                </c:pt>
                <c:pt idx="19">
                  <c:v>0.7032</c:v>
                </c:pt>
                <c:pt idx="20">
                  <c:v>0.7568</c:v>
                </c:pt>
                <c:pt idx="21">
                  <c:v>0.8058</c:v>
                </c:pt>
                <c:pt idx="22">
                  <c:v>0.8497</c:v>
                </c:pt>
                <c:pt idx="23">
                  <c:v>0.8885</c:v>
                </c:pt>
                <c:pt idx="24">
                  <c:v>0.9217</c:v>
                </c:pt>
                <c:pt idx="25">
                  <c:v>0.9493</c:v>
                </c:pt>
                <c:pt idx="26">
                  <c:v>0.9711</c:v>
                </c:pt>
                <c:pt idx="27">
                  <c:v>0.9868</c:v>
                </c:pt>
                <c:pt idx="28">
                  <c:v>0.9965</c:v>
                </c:pt>
                <c:pt idx="29">
                  <c:v>1.0</c:v>
                </c:pt>
                <c:pt idx="30">
                  <c:v>0.9973</c:v>
                </c:pt>
                <c:pt idx="31">
                  <c:v>0.9885</c:v>
                </c:pt>
                <c:pt idx="32">
                  <c:v>0.9736</c:v>
                </c:pt>
                <c:pt idx="33">
                  <c:v>0.9528</c:v>
                </c:pt>
                <c:pt idx="34">
                  <c:v>0.926</c:v>
                </c:pt>
                <c:pt idx="35">
                  <c:v>0.8935</c:v>
                </c:pt>
                <c:pt idx="36">
                  <c:v>0.8555</c:v>
                </c:pt>
                <c:pt idx="37">
                  <c:v>0.8123</c:v>
                </c:pt>
                <c:pt idx="38">
                  <c:v>0.764</c:v>
                </c:pt>
                <c:pt idx="39">
                  <c:v>0.711</c:v>
                </c:pt>
                <c:pt idx="40">
                  <c:v>0.6536</c:v>
                </c:pt>
                <c:pt idx="41">
                  <c:v>0.5923</c:v>
                </c:pt>
                <c:pt idx="42">
                  <c:v>0.5272</c:v>
                </c:pt>
                <c:pt idx="43">
                  <c:v>0.4589</c:v>
                </c:pt>
                <c:pt idx="44">
                  <c:v>0.3878</c:v>
                </c:pt>
                <c:pt idx="45">
                  <c:v>0.3143</c:v>
                </c:pt>
                <c:pt idx="46">
                  <c:v>0.2388</c:v>
                </c:pt>
                <c:pt idx="47">
                  <c:v>0.1619</c:v>
                </c:pt>
                <c:pt idx="48">
                  <c:v>0.084</c:v>
                </c:pt>
                <c:pt idx="49">
                  <c:v>0.0055</c:v>
                </c:pt>
                <c:pt idx="50">
                  <c:v>-0.0729</c:v>
                </c:pt>
                <c:pt idx="51">
                  <c:v>-0.151</c:v>
                </c:pt>
                <c:pt idx="52">
                  <c:v>-0.2281</c:v>
                </c:pt>
                <c:pt idx="53">
                  <c:v>-0.3038</c:v>
                </c:pt>
                <c:pt idx="54">
                  <c:v>-0.3776</c:v>
                </c:pt>
                <c:pt idx="55">
                  <c:v>-0.4491</c:v>
                </c:pt>
                <c:pt idx="56">
                  <c:v>-0.5178</c:v>
                </c:pt>
                <c:pt idx="57">
                  <c:v>-0.5833</c:v>
                </c:pt>
                <c:pt idx="58">
                  <c:v>-0.6452</c:v>
                </c:pt>
                <c:pt idx="59">
                  <c:v>-0.7032</c:v>
                </c:pt>
                <c:pt idx="60">
                  <c:v>-0.7568</c:v>
                </c:pt>
                <c:pt idx="61">
                  <c:v>-0.8058</c:v>
                </c:pt>
                <c:pt idx="62">
                  <c:v>-0.8497</c:v>
                </c:pt>
                <c:pt idx="63">
                  <c:v>-0.8885</c:v>
                </c:pt>
                <c:pt idx="64">
                  <c:v>-0.9217</c:v>
                </c:pt>
                <c:pt idx="65">
                  <c:v>-0.9493</c:v>
                </c:pt>
                <c:pt idx="66">
                  <c:v>-0.9711</c:v>
                </c:pt>
                <c:pt idx="67">
                  <c:v>-0.9868</c:v>
                </c:pt>
                <c:pt idx="68">
                  <c:v>-0.9965</c:v>
                </c:pt>
                <c:pt idx="69">
                  <c:v>-1.0</c:v>
                </c:pt>
                <c:pt idx="70">
                  <c:v>-0.9973</c:v>
                </c:pt>
                <c:pt idx="71">
                  <c:v>-0.9885</c:v>
                </c:pt>
                <c:pt idx="72">
                  <c:v>-0.9736</c:v>
                </c:pt>
                <c:pt idx="73">
                  <c:v>-0.9528</c:v>
                </c:pt>
                <c:pt idx="74">
                  <c:v>-0.926</c:v>
                </c:pt>
                <c:pt idx="75">
                  <c:v>-0.8935</c:v>
                </c:pt>
                <c:pt idx="76">
                  <c:v>-0.8555</c:v>
                </c:pt>
                <c:pt idx="77">
                  <c:v>-0.8123</c:v>
                </c:pt>
                <c:pt idx="78">
                  <c:v>-0.764</c:v>
                </c:pt>
                <c:pt idx="79">
                  <c:v>-0.711</c:v>
                </c:pt>
                <c:pt idx="80">
                  <c:v>-0.6536</c:v>
                </c:pt>
                <c:pt idx="81">
                  <c:v>-0.5923</c:v>
                </c:pt>
                <c:pt idx="82">
                  <c:v>-0.5272</c:v>
                </c:pt>
                <c:pt idx="83">
                  <c:v>-0.4589</c:v>
                </c:pt>
                <c:pt idx="84">
                  <c:v>-0.3878</c:v>
                </c:pt>
                <c:pt idx="85">
                  <c:v>-0.3143</c:v>
                </c:pt>
                <c:pt idx="86">
                  <c:v>-0.2388</c:v>
                </c:pt>
                <c:pt idx="87">
                  <c:v>-0.1619</c:v>
                </c:pt>
                <c:pt idx="88">
                  <c:v>-0.084</c:v>
                </c:pt>
                <c:pt idx="89">
                  <c:v>-0.0055</c:v>
                </c:pt>
                <c:pt idx="90">
                  <c:v>0.0729</c:v>
                </c:pt>
                <c:pt idx="91">
                  <c:v>0.151</c:v>
                </c:pt>
                <c:pt idx="92">
                  <c:v>0.2281</c:v>
                </c:pt>
                <c:pt idx="93">
                  <c:v>0.3038</c:v>
                </c:pt>
                <c:pt idx="94">
                  <c:v>0.3776</c:v>
                </c:pt>
                <c:pt idx="95">
                  <c:v>0.4491</c:v>
                </c:pt>
                <c:pt idx="96">
                  <c:v>0.5178</c:v>
                </c:pt>
                <c:pt idx="97">
                  <c:v>0.5833</c:v>
                </c:pt>
                <c:pt idx="98">
                  <c:v>0.6452</c:v>
                </c:pt>
                <c:pt idx="99">
                  <c:v>0.7032</c:v>
                </c:pt>
                <c:pt idx="100">
                  <c:v>0.7568</c:v>
                </c:pt>
                <c:pt idx="101">
                  <c:v>0.8058</c:v>
                </c:pt>
                <c:pt idx="102">
                  <c:v>0.8497</c:v>
                </c:pt>
                <c:pt idx="103">
                  <c:v>0.8885</c:v>
                </c:pt>
                <c:pt idx="104">
                  <c:v>0.9217</c:v>
                </c:pt>
                <c:pt idx="105">
                  <c:v>0.9493</c:v>
                </c:pt>
                <c:pt idx="106">
                  <c:v>0.9711</c:v>
                </c:pt>
                <c:pt idx="107">
                  <c:v>0.9868</c:v>
                </c:pt>
                <c:pt idx="108">
                  <c:v>0.9965</c:v>
                </c:pt>
                <c:pt idx="109">
                  <c:v>1.0</c:v>
                </c:pt>
                <c:pt idx="110">
                  <c:v>0.9973</c:v>
                </c:pt>
                <c:pt idx="111">
                  <c:v>0.9885</c:v>
                </c:pt>
                <c:pt idx="112">
                  <c:v>0.9736</c:v>
                </c:pt>
                <c:pt idx="113">
                  <c:v>0.9528</c:v>
                </c:pt>
                <c:pt idx="114">
                  <c:v>0.926</c:v>
                </c:pt>
                <c:pt idx="115">
                  <c:v>0.8935</c:v>
                </c:pt>
                <c:pt idx="116">
                  <c:v>0.8555</c:v>
                </c:pt>
                <c:pt idx="117">
                  <c:v>0.8123</c:v>
                </c:pt>
                <c:pt idx="118">
                  <c:v>0.764</c:v>
                </c:pt>
                <c:pt idx="119">
                  <c:v>0.711</c:v>
                </c:pt>
                <c:pt idx="120">
                  <c:v>0.6536</c:v>
                </c:pt>
                <c:pt idx="121">
                  <c:v>0.5923</c:v>
                </c:pt>
                <c:pt idx="122">
                  <c:v>0.5272</c:v>
                </c:pt>
                <c:pt idx="123">
                  <c:v>0.4589</c:v>
                </c:pt>
                <c:pt idx="124">
                  <c:v>0.3878</c:v>
                </c:pt>
                <c:pt idx="125">
                  <c:v>0.3143</c:v>
                </c:pt>
                <c:pt idx="126">
                  <c:v>0.2388</c:v>
                </c:pt>
                <c:pt idx="127">
                  <c:v>0.1619</c:v>
                </c:pt>
                <c:pt idx="128">
                  <c:v>0.084</c:v>
                </c:pt>
                <c:pt idx="129">
                  <c:v>0.0055</c:v>
                </c:pt>
                <c:pt idx="130">
                  <c:v>-0.0729</c:v>
                </c:pt>
                <c:pt idx="131">
                  <c:v>-0.151</c:v>
                </c:pt>
                <c:pt idx="132">
                  <c:v>-0.2281</c:v>
                </c:pt>
                <c:pt idx="133">
                  <c:v>-0.3038</c:v>
                </c:pt>
                <c:pt idx="134">
                  <c:v>-0.3776</c:v>
                </c:pt>
                <c:pt idx="135">
                  <c:v>-0.4491</c:v>
                </c:pt>
                <c:pt idx="136">
                  <c:v>-0.5178</c:v>
                </c:pt>
                <c:pt idx="137">
                  <c:v>-0.5833</c:v>
                </c:pt>
                <c:pt idx="138">
                  <c:v>-0.6452</c:v>
                </c:pt>
                <c:pt idx="139">
                  <c:v>-0.7032</c:v>
                </c:pt>
                <c:pt idx="140">
                  <c:v>-0.7568</c:v>
                </c:pt>
                <c:pt idx="141">
                  <c:v>-0.8058</c:v>
                </c:pt>
                <c:pt idx="142">
                  <c:v>-0.8497</c:v>
                </c:pt>
                <c:pt idx="143">
                  <c:v>-0.8885</c:v>
                </c:pt>
                <c:pt idx="144">
                  <c:v>-0.9217</c:v>
                </c:pt>
                <c:pt idx="145">
                  <c:v>-0.9493</c:v>
                </c:pt>
                <c:pt idx="146">
                  <c:v>-0.9711</c:v>
                </c:pt>
                <c:pt idx="147">
                  <c:v>-0.9868</c:v>
                </c:pt>
                <c:pt idx="148">
                  <c:v>-0.9965</c:v>
                </c:pt>
                <c:pt idx="149">
                  <c:v>-1.0</c:v>
                </c:pt>
                <c:pt idx="150">
                  <c:v>-0.9973</c:v>
                </c:pt>
                <c:pt idx="151">
                  <c:v>-0.9885</c:v>
                </c:pt>
                <c:pt idx="152">
                  <c:v>-0.9736</c:v>
                </c:pt>
                <c:pt idx="153">
                  <c:v>-0.9528</c:v>
                </c:pt>
                <c:pt idx="154">
                  <c:v>-0.926</c:v>
                </c:pt>
                <c:pt idx="155">
                  <c:v>-0.8935</c:v>
                </c:pt>
                <c:pt idx="156">
                  <c:v>-0.8555</c:v>
                </c:pt>
                <c:pt idx="157">
                  <c:v>-0.8123</c:v>
                </c:pt>
                <c:pt idx="158">
                  <c:v>-0.764</c:v>
                </c:pt>
                <c:pt idx="159">
                  <c:v>-0.711</c:v>
                </c:pt>
                <c:pt idx="160">
                  <c:v>-0.6536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 b="0">
                    <a:latin typeface="Quicksand"/>
                  </a:rPr>
                  <a:t>t (ms)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crossAx val="2140495176"/>
        <c:crosses val="autoZero"/>
        <c:auto val="1"/>
        <c:lblAlgn val="ctr"/>
        <c:lblOffset val="100"/>
        <c:tickLblSkip val="20"/>
        <c:tickMarkSkip val="20"/>
        <c:noMultiLvlLbl val="0"/>
      </c:catAx>
      <c:valAx>
        <c:axId val="2140495176"/>
        <c:scaling>
          <c:max val="1.0"/>
          <c:min val="-1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latin typeface="Quicksand"/>
                  </a:rPr>
                  <a:t>m / Am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0.5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031739"/>
          </a:solidFill>
          <a:latin typeface="Quicksan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Điện lưới m[n]</c:v>
                </c:pt>
              </c:strCache>
            </c:strRef>
          </c:tx>
          <c:spPr>
            <a:ln w="22225">
              <a:solidFill>
                <a:srgbClr val="C00000"/>
              </a:solidFill>
            </a:ln>
          </c:spPr>
          <c:marker>
            <c:symbol val="circle"/>
            <c:size val="5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Sheet1!$A$2:$A$18</c:f>
              <c:strCache>
                <c:ptCount val="1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1.0</c:v>
                </c:pt>
                <c:pt idx="1">
                  <c:v>0.0</c:v>
                </c:pt>
                <c:pt idx="2">
                  <c:v>-1.0</c:v>
                </c:pt>
                <c:pt idx="3">
                  <c:v>-0.0</c:v>
                </c:pt>
                <c:pt idx="4">
                  <c:v>1.0</c:v>
                </c:pt>
                <c:pt idx="5">
                  <c:v>0.0</c:v>
                </c:pt>
                <c:pt idx="6">
                  <c:v>-1.0</c:v>
                </c:pt>
                <c:pt idx="7">
                  <c:v>-0.0</c:v>
                </c:pt>
                <c:pt idx="8">
                  <c:v>1.0</c:v>
                </c:pt>
                <c:pt idx="9">
                  <c:v>0.0</c:v>
                </c:pt>
                <c:pt idx="10">
                  <c:v>-1.0</c:v>
                </c:pt>
                <c:pt idx="11">
                  <c:v>-0.0</c:v>
                </c:pt>
                <c:pt idx="12">
                  <c:v>1.0</c:v>
                </c:pt>
                <c:pt idx="13">
                  <c:v>-0.0</c:v>
                </c:pt>
                <c:pt idx="14">
                  <c:v>-1.0</c:v>
                </c:pt>
                <c:pt idx="15">
                  <c:v>-0.0</c:v>
                </c:pt>
                <c:pt idx="16">
                  <c:v>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Nhiễu màu w[n] + w[n−1]</c:v>
                </c:pt>
              </c:strCache>
            </c:strRef>
          </c:tx>
          <c:spPr>
            <a:ln w="2222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Sheet1!$A$2:$A$18</c:f>
              <c:strCache>
                <c:ptCount val="1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1.0</c:v>
                </c:pt>
                <c:pt idx="1">
                  <c:v>0.5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Nhiễu trắng w[n]</c:v>
                </c:pt>
              </c:strCache>
            </c:strRef>
          </c:tx>
          <c:spPr>
            <a:ln w="15875">
              <a:solidFill>
                <a:srgbClr val="595959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595959"/>
              </a:solidFill>
              <a:ln>
                <a:solidFill>
                  <a:srgbClr val="595959"/>
                </a:solidFill>
              </a:ln>
            </c:spPr>
          </c:marker>
          <c:cat>
            <c:strRef>
              <c:f>Sheet1!$A$2:$A$18</c:f>
              <c:strCache>
                <c:ptCount val="1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1.0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 b="0">
                    <a:latin typeface="Quicksand"/>
                  </a:rPr>
                  <a:t>lag l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crossAx val="2140495176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2140495176"/>
        <c:scaling>
          <c:max val="1.0"/>
          <c:min val="-1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latin typeface="Quicksand"/>
                  </a:rPr>
                  <a:t>ρ[l]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0.5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031739"/>
          </a:solidFill>
          <a:latin typeface="Quicksan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Bướu tại 0</c:v>
                </c:pt>
              </c:strCache>
            </c:strRef>
          </c:tx>
          <c:spPr>
            <a:ln w="22225"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Sheet1!$A$2:$A$202</c:f>
              <c:strCache>
                <c:ptCount val="201"/>
                <c:pt idx="0">
                  <c:v>0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 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 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 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 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 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 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 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 </c:v>
                </c:pt>
                <c:pt idx="33">
                  <c:v> </c:v>
                </c:pt>
                <c:pt idx="34">
                  <c:v> </c:v>
                </c:pt>
                <c:pt idx="35">
                  <c:v> </c:v>
                </c:pt>
                <c:pt idx="36">
                  <c:v> </c:v>
                </c:pt>
                <c:pt idx="37">
                  <c:v> </c:v>
                </c:pt>
                <c:pt idx="38">
                  <c:v> </c:v>
                </c:pt>
                <c:pt idx="39">
                  <c:v> </c:v>
                </c:pt>
                <c:pt idx="40">
                  <c:v> </c:v>
                </c:pt>
                <c:pt idx="41">
                  <c:v> </c:v>
                </c:pt>
                <c:pt idx="42">
                  <c:v> </c:v>
                </c:pt>
                <c:pt idx="43">
                  <c:v> </c:v>
                </c:pt>
                <c:pt idx="44">
                  <c:v> </c:v>
                </c:pt>
                <c:pt idx="45">
                  <c:v> </c:v>
                </c:pt>
                <c:pt idx="46">
                  <c:v> </c:v>
                </c:pt>
                <c:pt idx="47">
                  <c:v> </c:v>
                </c:pt>
                <c:pt idx="48">
                  <c:v> </c:v>
                </c:pt>
                <c:pt idx="49">
                  <c:v> </c:v>
                </c:pt>
                <c:pt idx="50">
                  <c:v>π/4</c:v>
                </c:pt>
                <c:pt idx="51">
                  <c:v> </c:v>
                </c:pt>
                <c:pt idx="52">
                  <c:v> </c:v>
                </c:pt>
                <c:pt idx="53">
                  <c:v> </c:v>
                </c:pt>
                <c:pt idx="54">
                  <c:v> </c:v>
                </c:pt>
                <c:pt idx="55">
                  <c:v> </c:v>
                </c:pt>
                <c:pt idx="56">
                  <c:v> </c:v>
                </c:pt>
                <c:pt idx="57">
                  <c:v> </c:v>
                </c:pt>
                <c:pt idx="58">
                  <c:v> </c:v>
                </c:pt>
                <c:pt idx="59">
                  <c:v> </c:v>
                </c:pt>
                <c:pt idx="60">
                  <c:v> </c:v>
                </c:pt>
                <c:pt idx="61">
                  <c:v> </c:v>
                </c:pt>
                <c:pt idx="62">
                  <c:v> </c:v>
                </c:pt>
                <c:pt idx="63">
                  <c:v> </c:v>
                </c:pt>
                <c:pt idx="64">
                  <c:v> </c:v>
                </c:pt>
                <c:pt idx="65">
                  <c:v> </c:v>
                </c:pt>
                <c:pt idx="66">
                  <c:v> </c:v>
                </c:pt>
                <c:pt idx="67">
                  <c:v> </c:v>
                </c:pt>
                <c:pt idx="68">
                  <c:v> </c:v>
                </c:pt>
                <c:pt idx="69">
                  <c:v> </c:v>
                </c:pt>
                <c:pt idx="70">
                  <c:v> </c:v>
                </c:pt>
                <c:pt idx="71">
                  <c:v> </c:v>
                </c:pt>
                <c:pt idx="72">
                  <c:v> </c:v>
                </c:pt>
                <c:pt idx="73">
                  <c:v> </c:v>
                </c:pt>
                <c:pt idx="74">
                  <c:v> </c:v>
                </c:pt>
                <c:pt idx="75">
                  <c:v> </c:v>
                </c:pt>
                <c:pt idx="76">
                  <c:v> </c:v>
                </c:pt>
                <c:pt idx="77">
                  <c:v> </c:v>
                </c:pt>
                <c:pt idx="78">
                  <c:v> </c:v>
                </c:pt>
                <c:pt idx="79">
                  <c:v> </c:v>
                </c:pt>
                <c:pt idx="80">
                  <c:v> </c:v>
                </c:pt>
                <c:pt idx="81">
                  <c:v> </c:v>
                </c:pt>
                <c:pt idx="82">
                  <c:v> </c:v>
                </c:pt>
                <c:pt idx="83">
                  <c:v> </c:v>
                </c:pt>
                <c:pt idx="84">
                  <c:v> </c:v>
                </c:pt>
                <c:pt idx="85">
                  <c:v> </c:v>
                </c:pt>
                <c:pt idx="86">
                  <c:v> </c:v>
                </c:pt>
                <c:pt idx="87">
                  <c:v> </c:v>
                </c:pt>
                <c:pt idx="88">
                  <c:v> </c:v>
                </c:pt>
                <c:pt idx="89">
                  <c:v> </c:v>
                </c:pt>
                <c:pt idx="90">
                  <c:v> </c:v>
                </c:pt>
                <c:pt idx="91">
                  <c:v> </c:v>
                </c:pt>
                <c:pt idx="92">
                  <c:v> </c:v>
                </c:pt>
                <c:pt idx="93">
                  <c:v> </c:v>
                </c:pt>
                <c:pt idx="94">
                  <c:v> </c:v>
                </c:pt>
                <c:pt idx="95">
                  <c:v> </c:v>
                </c:pt>
                <c:pt idx="96">
                  <c:v> </c:v>
                </c:pt>
                <c:pt idx="97">
                  <c:v> </c:v>
                </c:pt>
                <c:pt idx="98">
                  <c:v> </c:v>
                </c:pt>
                <c:pt idx="99">
                  <c:v> </c:v>
                </c:pt>
                <c:pt idx="100">
                  <c:v>π/2</c:v>
                </c:pt>
                <c:pt idx="101">
                  <c:v> </c:v>
                </c:pt>
                <c:pt idx="102">
                  <c:v> </c:v>
                </c:pt>
                <c:pt idx="103">
                  <c:v> </c:v>
                </c:pt>
                <c:pt idx="104">
                  <c:v> </c:v>
                </c:pt>
                <c:pt idx="105">
                  <c:v> </c:v>
                </c:pt>
                <c:pt idx="106">
                  <c:v> </c:v>
                </c:pt>
                <c:pt idx="107">
                  <c:v> </c:v>
                </c:pt>
                <c:pt idx="108">
                  <c:v> </c:v>
                </c:pt>
                <c:pt idx="109">
                  <c:v> </c:v>
                </c:pt>
                <c:pt idx="110">
                  <c:v> </c:v>
                </c:pt>
                <c:pt idx="111">
                  <c:v> </c:v>
                </c:pt>
                <c:pt idx="112">
                  <c:v> </c:v>
                </c:pt>
                <c:pt idx="113">
                  <c:v> </c:v>
                </c:pt>
                <c:pt idx="114">
                  <c:v> </c:v>
                </c:pt>
                <c:pt idx="115">
                  <c:v> </c:v>
                </c:pt>
                <c:pt idx="116">
                  <c:v> </c:v>
                </c:pt>
                <c:pt idx="117">
                  <c:v> </c:v>
                </c:pt>
                <c:pt idx="118">
                  <c:v> </c:v>
                </c:pt>
                <c:pt idx="119">
                  <c:v> </c:v>
                </c:pt>
                <c:pt idx="120">
                  <c:v> </c:v>
                </c:pt>
                <c:pt idx="121">
                  <c:v> </c:v>
                </c:pt>
                <c:pt idx="122">
                  <c:v> </c:v>
                </c:pt>
                <c:pt idx="123">
                  <c:v> </c:v>
                </c:pt>
                <c:pt idx="124">
                  <c:v> </c:v>
                </c:pt>
                <c:pt idx="125">
                  <c:v> </c:v>
                </c:pt>
                <c:pt idx="126">
                  <c:v> </c:v>
                </c:pt>
                <c:pt idx="127">
                  <c:v> </c:v>
                </c:pt>
                <c:pt idx="128">
                  <c:v> </c:v>
                </c:pt>
                <c:pt idx="129">
                  <c:v> </c:v>
                </c:pt>
                <c:pt idx="130">
                  <c:v> </c:v>
                </c:pt>
                <c:pt idx="131">
                  <c:v> </c:v>
                </c:pt>
                <c:pt idx="132">
                  <c:v> </c:v>
                </c:pt>
                <c:pt idx="133">
                  <c:v> </c:v>
                </c:pt>
                <c:pt idx="134">
                  <c:v> </c:v>
                </c:pt>
                <c:pt idx="135">
                  <c:v> </c:v>
                </c:pt>
                <c:pt idx="136">
                  <c:v> </c:v>
                </c:pt>
                <c:pt idx="137">
                  <c:v> </c:v>
                </c:pt>
                <c:pt idx="138">
                  <c:v> </c:v>
                </c:pt>
                <c:pt idx="139">
                  <c:v> </c:v>
                </c:pt>
                <c:pt idx="140">
                  <c:v> </c:v>
                </c:pt>
                <c:pt idx="141">
                  <c:v> </c:v>
                </c:pt>
                <c:pt idx="142">
                  <c:v> </c:v>
                </c:pt>
                <c:pt idx="143">
                  <c:v> </c:v>
                </c:pt>
                <c:pt idx="144">
                  <c:v> </c:v>
                </c:pt>
                <c:pt idx="145">
                  <c:v> </c:v>
                </c:pt>
                <c:pt idx="146">
                  <c:v> </c:v>
                </c:pt>
                <c:pt idx="147">
                  <c:v> </c:v>
                </c:pt>
                <c:pt idx="148">
                  <c:v> </c:v>
                </c:pt>
                <c:pt idx="149">
                  <c:v> </c:v>
                </c:pt>
                <c:pt idx="150">
                  <c:v>3π/4</c:v>
                </c:pt>
                <c:pt idx="151">
                  <c:v> </c:v>
                </c:pt>
                <c:pt idx="152">
                  <c:v> </c:v>
                </c:pt>
                <c:pt idx="153">
                  <c:v> </c:v>
                </c:pt>
                <c:pt idx="154">
                  <c:v> </c:v>
                </c:pt>
                <c:pt idx="155">
                  <c:v> </c:v>
                </c:pt>
                <c:pt idx="156">
                  <c:v> </c:v>
                </c:pt>
                <c:pt idx="157">
                  <c:v> </c:v>
                </c:pt>
                <c:pt idx="158">
                  <c:v> </c:v>
                </c:pt>
                <c:pt idx="159">
                  <c:v> </c:v>
                </c:pt>
                <c:pt idx="160">
                  <c:v> </c:v>
                </c:pt>
                <c:pt idx="161">
                  <c:v> </c:v>
                </c:pt>
                <c:pt idx="162">
                  <c:v> </c:v>
                </c:pt>
                <c:pt idx="163">
                  <c:v> </c:v>
                </c:pt>
                <c:pt idx="164">
                  <c:v> </c:v>
                </c:pt>
                <c:pt idx="165">
                  <c:v> </c:v>
                </c:pt>
                <c:pt idx="166">
                  <c:v> </c:v>
                </c:pt>
                <c:pt idx="167">
                  <c:v> </c:v>
                </c:pt>
                <c:pt idx="168">
                  <c:v> </c:v>
                </c:pt>
                <c:pt idx="169">
                  <c:v> </c:v>
                </c:pt>
                <c:pt idx="170">
                  <c:v> </c:v>
                </c:pt>
                <c:pt idx="171">
                  <c:v> </c:v>
                </c:pt>
                <c:pt idx="172">
                  <c:v> </c:v>
                </c:pt>
                <c:pt idx="173">
                  <c:v> </c:v>
                </c:pt>
                <c:pt idx="174">
                  <c:v> </c:v>
                </c:pt>
                <c:pt idx="175">
                  <c:v> </c:v>
                </c:pt>
                <c:pt idx="176">
                  <c:v> </c:v>
                </c:pt>
                <c:pt idx="177">
                  <c:v> </c:v>
                </c:pt>
                <c:pt idx="178">
                  <c:v> </c:v>
                </c:pt>
                <c:pt idx="179">
                  <c:v> </c:v>
                </c:pt>
                <c:pt idx="180">
                  <c:v> </c:v>
                </c:pt>
                <c:pt idx="181">
                  <c:v> </c:v>
                </c:pt>
                <c:pt idx="182">
                  <c:v> </c:v>
                </c:pt>
                <c:pt idx="183">
                  <c:v> </c:v>
                </c:pt>
                <c:pt idx="184">
                  <c:v> </c:v>
                </c:pt>
                <c:pt idx="185">
                  <c:v> </c:v>
                </c:pt>
                <c:pt idx="186">
                  <c:v> </c:v>
                </c:pt>
                <c:pt idx="187">
                  <c:v> </c:v>
                </c:pt>
                <c:pt idx="188">
                  <c:v> </c:v>
                </c:pt>
                <c:pt idx="189">
                  <c:v> </c:v>
                </c:pt>
                <c:pt idx="190">
                  <c:v> </c:v>
                </c:pt>
                <c:pt idx="191">
                  <c:v> </c:v>
                </c:pt>
                <c:pt idx="192">
                  <c:v> </c:v>
                </c:pt>
                <c:pt idx="193">
                  <c:v> </c:v>
                </c:pt>
                <c:pt idx="194">
                  <c:v> </c:v>
                </c:pt>
                <c:pt idx="195">
                  <c:v> </c:v>
                </c:pt>
                <c:pt idx="196">
                  <c:v> </c:v>
                </c:pt>
                <c:pt idx="197">
                  <c:v> </c:v>
                </c:pt>
                <c:pt idx="198">
                  <c:v> </c:v>
                </c:pt>
                <c:pt idx="199">
                  <c:v> </c:v>
                </c:pt>
                <c:pt idx="200">
                  <c:v>π</c:v>
                </c:pt>
              </c:strCache>
            </c: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0.0</c:v>
                </c:pt>
                <c:pt idx="1">
                  <c:v>-0.0</c:v>
                </c:pt>
                <c:pt idx="2">
                  <c:v>-0.02</c:v>
                </c:pt>
                <c:pt idx="3">
                  <c:v>-0.09</c:v>
                </c:pt>
                <c:pt idx="4">
                  <c:v>-0.26</c:v>
                </c:pt>
                <c:pt idx="5">
                  <c:v>-0.62</c:v>
                </c:pt>
                <c:pt idx="6">
                  <c:v>-1.19</c:v>
                </c:pt>
                <c:pt idx="7">
                  <c:v>-2.0</c:v>
                </c:pt>
                <c:pt idx="8">
                  <c:v>-3.01</c:v>
                </c:pt>
                <c:pt idx="9">
                  <c:v>-4.15</c:v>
                </c:pt>
                <c:pt idx="10">
                  <c:v>-5.37</c:v>
                </c:pt>
                <c:pt idx="11">
                  <c:v>-6.6</c:v>
                </c:pt>
                <c:pt idx="12">
                  <c:v>-7.83</c:v>
                </c:pt>
                <c:pt idx="13">
                  <c:v>-9.02</c:v>
                </c:pt>
                <c:pt idx="14">
                  <c:v>-10.16</c:v>
                </c:pt>
                <c:pt idx="15">
                  <c:v>-11.26</c:v>
                </c:pt>
                <c:pt idx="16">
                  <c:v>-12.3</c:v>
                </c:pt>
                <c:pt idx="17">
                  <c:v>-13.3</c:v>
                </c:pt>
                <c:pt idx="18">
                  <c:v>-14.25</c:v>
                </c:pt>
                <c:pt idx="19">
                  <c:v>-15.16</c:v>
                </c:pt>
                <c:pt idx="20">
                  <c:v>-16.03</c:v>
                </c:pt>
                <c:pt idx="21">
                  <c:v>-16.86</c:v>
                </c:pt>
                <c:pt idx="22">
                  <c:v>-17.65</c:v>
                </c:pt>
                <c:pt idx="23">
                  <c:v>-18.41</c:v>
                </c:pt>
                <c:pt idx="24">
                  <c:v>-19.14</c:v>
                </c:pt>
                <c:pt idx="25">
                  <c:v>-19.84</c:v>
                </c:pt>
                <c:pt idx="26">
                  <c:v>-20.51</c:v>
                </c:pt>
                <c:pt idx="27">
                  <c:v>-21.16</c:v>
                </c:pt>
                <c:pt idx="28">
                  <c:v>-21.79</c:v>
                </c:pt>
                <c:pt idx="29">
                  <c:v>-22.4</c:v>
                </c:pt>
                <c:pt idx="30">
                  <c:v>-22.98</c:v>
                </c:pt>
                <c:pt idx="31">
                  <c:v>-23.55</c:v>
                </c:pt>
                <c:pt idx="32">
                  <c:v>-24.1</c:v>
                </c:pt>
                <c:pt idx="33">
                  <c:v>-24.63</c:v>
                </c:pt>
                <c:pt idx="34">
                  <c:v>-25.15</c:v>
                </c:pt>
                <c:pt idx="35">
                  <c:v>-25.65</c:v>
                </c:pt>
                <c:pt idx="36">
                  <c:v>-26.14</c:v>
                </c:pt>
                <c:pt idx="37">
                  <c:v>-26.61</c:v>
                </c:pt>
                <c:pt idx="38">
                  <c:v>-27.08</c:v>
                </c:pt>
                <c:pt idx="39">
                  <c:v>-27.53</c:v>
                </c:pt>
                <c:pt idx="40">
                  <c:v>-27.97</c:v>
                </c:pt>
                <c:pt idx="41">
                  <c:v>-28.39</c:v>
                </c:pt>
                <c:pt idx="42">
                  <c:v>-28.81</c:v>
                </c:pt>
                <c:pt idx="43">
                  <c:v>-29.22</c:v>
                </c:pt>
                <c:pt idx="44">
                  <c:v>-29.62</c:v>
                </c:pt>
                <c:pt idx="45">
                  <c:v>-30.01</c:v>
                </c:pt>
                <c:pt idx="46">
                  <c:v>-30.39</c:v>
                </c:pt>
                <c:pt idx="47">
                  <c:v>-30.76</c:v>
                </c:pt>
                <c:pt idx="48">
                  <c:v>-31.13</c:v>
                </c:pt>
                <c:pt idx="49">
                  <c:v>-31.49</c:v>
                </c:pt>
                <c:pt idx="50">
                  <c:v>-31.84</c:v>
                </c:pt>
                <c:pt idx="51">
                  <c:v>-32.18</c:v>
                </c:pt>
                <c:pt idx="52">
                  <c:v>-32.52</c:v>
                </c:pt>
                <c:pt idx="53">
                  <c:v>-32.85</c:v>
                </c:pt>
                <c:pt idx="54">
                  <c:v>-33.17</c:v>
                </c:pt>
                <c:pt idx="55">
                  <c:v>-33.49</c:v>
                </c:pt>
                <c:pt idx="56">
                  <c:v>-33.81</c:v>
                </c:pt>
                <c:pt idx="57">
                  <c:v>-34.11</c:v>
                </c:pt>
                <c:pt idx="58">
                  <c:v>-34.42</c:v>
                </c:pt>
                <c:pt idx="59">
                  <c:v>-34.71</c:v>
                </c:pt>
                <c:pt idx="60">
                  <c:v>-35.0</c:v>
                </c:pt>
                <c:pt idx="61">
                  <c:v>-35.29</c:v>
                </c:pt>
                <c:pt idx="62">
                  <c:v>-35.57</c:v>
                </c:pt>
                <c:pt idx="63">
                  <c:v>-35.85</c:v>
                </c:pt>
                <c:pt idx="64">
                  <c:v>-36.12</c:v>
                </c:pt>
                <c:pt idx="65">
                  <c:v>-36.39</c:v>
                </c:pt>
                <c:pt idx="66">
                  <c:v>-36.66</c:v>
                </c:pt>
                <c:pt idx="67">
                  <c:v>-36.92</c:v>
                </c:pt>
                <c:pt idx="68">
                  <c:v>-37.18</c:v>
                </c:pt>
                <c:pt idx="69">
                  <c:v>-37.43</c:v>
                </c:pt>
                <c:pt idx="70">
                  <c:v>-37.68</c:v>
                </c:pt>
                <c:pt idx="71">
                  <c:v>-37.93</c:v>
                </c:pt>
                <c:pt idx="72">
                  <c:v>-38.17</c:v>
                </c:pt>
                <c:pt idx="73">
                  <c:v>-38.41</c:v>
                </c:pt>
                <c:pt idx="74">
                  <c:v>-38.65</c:v>
                </c:pt>
                <c:pt idx="75">
                  <c:v>-38.88</c:v>
                </c:pt>
                <c:pt idx="76">
                  <c:v>-39.11</c:v>
                </c:pt>
                <c:pt idx="77">
                  <c:v>-39.34</c:v>
                </c:pt>
                <c:pt idx="78">
                  <c:v>-39.56</c:v>
                </c:pt>
                <c:pt idx="79">
                  <c:v>-39.78</c:v>
                </c:pt>
                <c:pt idx="80">
                  <c:v>-40.0</c:v>
                </c:pt>
                <c:pt idx="81">
                  <c:v>-40.22</c:v>
                </c:pt>
                <c:pt idx="82">
                  <c:v>-40.43</c:v>
                </c:pt>
                <c:pt idx="83">
                  <c:v>-40.64</c:v>
                </c:pt>
                <c:pt idx="84">
                  <c:v>-40.85</c:v>
                </c:pt>
                <c:pt idx="85">
                  <c:v>-41.05</c:v>
                </c:pt>
                <c:pt idx="86">
                  <c:v>-41.26</c:v>
                </c:pt>
                <c:pt idx="87">
                  <c:v>-41.46</c:v>
                </c:pt>
                <c:pt idx="88">
                  <c:v>-41.66</c:v>
                </c:pt>
                <c:pt idx="89">
                  <c:v>-41.85</c:v>
                </c:pt>
                <c:pt idx="90">
                  <c:v>-42.05</c:v>
                </c:pt>
                <c:pt idx="91">
                  <c:v>-42.24</c:v>
                </c:pt>
                <c:pt idx="92">
                  <c:v>-42.43</c:v>
                </c:pt>
                <c:pt idx="93">
                  <c:v>-42.62</c:v>
                </c:pt>
                <c:pt idx="94">
                  <c:v>-42.8</c:v>
                </c:pt>
                <c:pt idx="95">
                  <c:v>-42.99</c:v>
                </c:pt>
                <c:pt idx="96">
                  <c:v>-43.17</c:v>
                </c:pt>
                <c:pt idx="97">
                  <c:v>-43.35</c:v>
                </c:pt>
                <c:pt idx="98">
                  <c:v>-43.53</c:v>
                </c:pt>
                <c:pt idx="99">
                  <c:v>-43.7</c:v>
                </c:pt>
                <c:pt idx="100">
                  <c:v>-43.88</c:v>
                </c:pt>
                <c:pt idx="101">
                  <c:v>-44.05</c:v>
                </c:pt>
                <c:pt idx="102">
                  <c:v>-44.22</c:v>
                </c:pt>
                <c:pt idx="103">
                  <c:v>-44.39</c:v>
                </c:pt>
                <c:pt idx="104">
                  <c:v>-44.56</c:v>
                </c:pt>
                <c:pt idx="105">
                  <c:v>-44.72</c:v>
                </c:pt>
                <c:pt idx="106">
                  <c:v>-44.89</c:v>
                </c:pt>
                <c:pt idx="107">
                  <c:v>-45.05</c:v>
                </c:pt>
                <c:pt idx="108">
                  <c:v>-45.21</c:v>
                </c:pt>
                <c:pt idx="109">
                  <c:v>-45.37</c:v>
                </c:pt>
                <c:pt idx="110">
                  <c:v>-45.53</c:v>
                </c:pt>
                <c:pt idx="111">
                  <c:v>-45.69</c:v>
                </c:pt>
                <c:pt idx="112">
                  <c:v>-45.85</c:v>
                </c:pt>
                <c:pt idx="113">
                  <c:v>-46.0</c:v>
                </c:pt>
                <c:pt idx="114">
                  <c:v>-46.15</c:v>
                </c:pt>
                <c:pt idx="115">
                  <c:v>-46.3</c:v>
                </c:pt>
                <c:pt idx="116">
                  <c:v>-46.45</c:v>
                </c:pt>
                <c:pt idx="117">
                  <c:v>-46.6</c:v>
                </c:pt>
                <c:pt idx="118">
                  <c:v>-46.75</c:v>
                </c:pt>
                <c:pt idx="119">
                  <c:v>-46.9</c:v>
                </c:pt>
                <c:pt idx="120">
                  <c:v>-47.04</c:v>
                </c:pt>
                <c:pt idx="121">
                  <c:v>-47.19</c:v>
                </c:pt>
                <c:pt idx="122">
                  <c:v>-47.33</c:v>
                </c:pt>
                <c:pt idx="123">
                  <c:v>-47.47</c:v>
                </c:pt>
                <c:pt idx="124">
                  <c:v>-47.61</c:v>
                </c:pt>
                <c:pt idx="125">
                  <c:v>-47.75</c:v>
                </c:pt>
                <c:pt idx="126">
                  <c:v>-47.89</c:v>
                </c:pt>
                <c:pt idx="127">
                  <c:v>-48.03</c:v>
                </c:pt>
                <c:pt idx="128">
                  <c:v>-48.16</c:v>
                </c:pt>
                <c:pt idx="129">
                  <c:v>-48.3</c:v>
                </c:pt>
                <c:pt idx="130">
                  <c:v>-48.43</c:v>
                </c:pt>
                <c:pt idx="131">
                  <c:v>-48.57</c:v>
                </c:pt>
                <c:pt idx="132">
                  <c:v>-48.7</c:v>
                </c:pt>
                <c:pt idx="133">
                  <c:v>-48.83</c:v>
                </c:pt>
                <c:pt idx="134">
                  <c:v>-48.96</c:v>
                </c:pt>
                <c:pt idx="135">
                  <c:v>-49.09</c:v>
                </c:pt>
                <c:pt idx="136">
                  <c:v>-49.22</c:v>
                </c:pt>
                <c:pt idx="137">
                  <c:v>-49.35</c:v>
                </c:pt>
                <c:pt idx="138">
                  <c:v>-49.47</c:v>
                </c:pt>
                <c:pt idx="139">
                  <c:v>-49.6</c:v>
                </c:pt>
                <c:pt idx="140">
                  <c:v>-49.72</c:v>
                </c:pt>
                <c:pt idx="141">
                  <c:v>-49.85</c:v>
                </c:pt>
                <c:pt idx="142">
                  <c:v>-49.97</c:v>
                </c:pt>
                <c:pt idx="143">
                  <c:v>-50.0</c:v>
                </c:pt>
                <c:pt idx="144">
                  <c:v>-50.0</c:v>
                </c:pt>
                <c:pt idx="145">
                  <c:v>-50.0</c:v>
                </c:pt>
                <c:pt idx="146">
                  <c:v>-50.0</c:v>
                </c:pt>
                <c:pt idx="147">
                  <c:v>-50.0</c:v>
                </c:pt>
                <c:pt idx="148">
                  <c:v>-50.0</c:v>
                </c:pt>
                <c:pt idx="149">
                  <c:v>-50.0</c:v>
                </c:pt>
                <c:pt idx="150">
                  <c:v>-50.0</c:v>
                </c:pt>
                <c:pt idx="151">
                  <c:v>-50.0</c:v>
                </c:pt>
                <c:pt idx="152">
                  <c:v>-50.0</c:v>
                </c:pt>
                <c:pt idx="153">
                  <c:v>-50.0</c:v>
                </c:pt>
                <c:pt idx="154">
                  <c:v>-50.0</c:v>
                </c:pt>
                <c:pt idx="155">
                  <c:v>-50.0</c:v>
                </c:pt>
                <c:pt idx="156">
                  <c:v>-50.0</c:v>
                </c:pt>
                <c:pt idx="157">
                  <c:v>-50.0</c:v>
                </c:pt>
                <c:pt idx="158">
                  <c:v>-50.0</c:v>
                </c:pt>
                <c:pt idx="159">
                  <c:v>-50.0</c:v>
                </c:pt>
                <c:pt idx="160">
                  <c:v>-50.0</c:v>
                </c:pt>
                <c:pt idx="161">
                  <c:v>-50.0</c:v>
                </c:pt>
                <c:pt idx="162">
                  <c:v>-50.0</c:v>
                </c:pt>
                <c:pt idx="163">
                  <c:v>-50.0</c:v>
                </c:pt>
                <c:pt idx="164">
                  <c:v>-50.0</c:v>
                </c:pt>
                <c:pt idx="165">
                  <c:v>-50.0</c:v>
                </c:pt>
                <c:pt idx="166">
                  <c:v>-50.0</c:v>
                </c:pt>
                <c:pt idx="167">
                  <c:v>-50.0</c:v>
                </c:pt>
                <c:pt idx="168">
                  <c:v>-50.0</c:v>
                </c:pt>
                <c:pt idx="169">
                  <c:v>-50.0</c:v>
                </c:pt>
                <c:pt idx="170">
                  <c:v>-50.0</c:v>
                </c:pt>
                <c:pt idx="171">
                  <c:v>-50.0</c:v>
                </c:pt>
                <c:pt idx="172">
                  <c:v>-50.0</c:v>
                </c:pt>
                <c:pt idx="173">
                  <c:v>-50.0</c:v>
                </c:pt>
                <c:pt idx="174">
                  <c:v>-50.0</c:v>
                </c:pt>
                <c:pt idx="175">
                  <c:v>-50.0</c:v>
                </c:pt>
                <c:pt idx="176">
                  <c:v>-50.0</c:v>
                </c:pt>
                <c:pt idx="177">
                  <c:v>-50.0</c:v>
                </c:pt>
                <c:pt idx="178">
                  <c:v>-50.0</c:v>
                </c:pt>
                <c:pt idx="179">
                  <c:v>-50.0</c:v>
                </c:pt>
                <c:pt idx="180">
                  <c:v>-50.0</c:v>
                </c:pt>
                <c:pt idx="181">
                  <c:v>-50.0</c:v>
                </c:pt>
                <c:pt idx="182">
                  <c:v>-50.0</c:v>
                </c:pt>
                <c:pt idx="183">
                  <c:v>-50.0</c:v>
                </c:pt>
                <c:pt idx="184">
                  <c:v>-50.0</c:v>
                </c:pt>
                <c:pt idx="185">
                  <c:v>-50.0</c:v>
                </c:pt>
                <c:pt idx="186">
                  <c:v>-50.0</c:v>
                </c:pt>
                <c:pt idx="187">
                  <c:v>-50.0</c:v>
                </c:pt>
                <c:pt idx="188">
                  <c:v>-50.0</c:v>
                </c:pt>
                <c:pt idx="189">
                  <c:v>-50.0</c:v>
                </c:pt>
                <c:pt idx="190">
                  <c:v>-50.0</c:v>
                </c:pt>
                <c:pt idx="191">
                  <c:v>-50.0</c:v>
                </c:pt>
                <c:pt idx="192">
                  <c:v>-50.0</c:v>
                </c:pt>
                <c:pt idx="193">
                  <c:v>-50.0</c:v>
                </c:pt>
                <c:pt idx="194">
                  <c:v>-50.0</c:v>
                </c:pt>
                <c:pt idx="195">
                  <c:v>-50.0</c:v>
                </c:pt>
                <c:pt idx="196">
                  <c:v>-50.0</c:v>
                </c:pt>
                <c:pt idx="197">
                  <c:v>-50.0</c:v>
                </c:pt>
                <c:pt idx="198">
                  <c:v>-50.0</c:v>
                </c:pt>
                <c:pt idx="199">
                  <c:v>-50.0</c:v>
                </c:pt>
                <c:pt idx="200">
                  <c:v>-50.0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Vạch: điện lưới, hài</c:v>
                </c:pt>
              </c:strCache>
            </c:strRef>
          </c:tx>
          <c:spPr>
            <a:ln w="22225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Sheet1!$A$2:$A$202</c:f>
              <c:strCache>
                <c:ptCount val="201"/>
                <c:pt idx="0">
                  <c:v>0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 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 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 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 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 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 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 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 </c:v>
                </c:pt>
                <c:pt idx="33">
                  <c:v> </c:v>
                </c:pt>
                <c:pt idx="34">
                  <c:v> </c:v>
                </c:pt>
                <c:pt idx="35">
                  <c:v> </c:v>
                </c:pt>
                <c:pt idx="36">
                  <c:v> </c:v>
                </c:pt>
                <c:pt idx="37">
                  <c:v> </c:v>
                </c:pt>
                <c:pt idx="38">
                  <c:v> </c:v>
                </c:pt>
                <c:pt idx="39">
                  <c:v> </c:v>
                </c:pt>
                <c:pt idx="40">
                  <c:v> </c:v>
                </c:pt>
                <c:pt idx="41">
                  <c:v> </c:v>
                </c:pt>
                <c:pt idx="42">
                  <c:v> </c:v>
                </c:pt>
                <c:pt idx="43">
                  <c:v> </c:v>
                </c:pt>
                <c:pt idx="44">
                  <c:v> </c:v>
                </c:pt>
                <c:pt idx="45">
                  <c:v> </c:v>
                </c:pt>
                <c:pt idx="46">
                  <c:v> </c:v>
                </c:pt>
                <c:pt idx="47">
                  <c:v> </c:v>
                </c:pt>
                <c:pt idx="48">
                  <c:v> </c:v>
                </c:pt>
                <c:pt idx="49">
                  <c:v> </c:v>
                </c:pt>
                <c:pt idx="50">
                  <c:v>π/4</c:v>
                </c:pt>
                <c:pt idx="51">
                  <c:v> </c:v>
                </c:pt>
                <c:pt idx="52">
                  <c:v> </c:v>
                </c:pt>
                <c:pt idx="53">
                  <c:v> </c:v>
                </c:pt>
                <c:pt idx="54">
                  <c:v> </c:v>
                </c:pt>
                <c:pt idx="55">
                  <c:v> </c:v>
                </c:pt>
                <c:pt idx="56">
                  <c:v> </c:v>
                </c:pt>
                <c:pt idx="57">
                  <c:v> </c:v>
                </c:pt>
                <c:pt idx="58">
                  <c:v> </c:v>
                </c:pt>
                <c:pt idx="59">
                  <c:v> </c:v>
                </c:pt>
                <c:pt idx="60">
                  <c:v> </c:v>
                </c:pt>
                <c:pt idx="61">
                  <c:v> </c:v>
                </c:pt>
                <c:pt idx="62">
                  <c:v> </c:v>
                </c:pt>
                <c:pt idx="63">
                  <c:v> </c:v>
                </c:pt>
                <c:pt idx="64">
                  <c:v> </c:v>
                </c:pt>
                <c:pt idx="65">
                  <c:v> </c:v>
                </c:pt>
                <c:pt idx="66">
                  <c:v> </c:v>
                </c:pt>
                <c:pt idx="67">
                  <c:v> </c:v>
                </c:pt>
                <c:pt idx="68">
                  <c:v> </c:v>
                </c:pt>
                <c:pt idx="69">
                  <c:v> </c:v>
                </c:pt>
                <c:pt idx="70">
                  <c:v> </c:v>
                </c:pt>
                <c:pt idx="71">
                  <c:v> </c:v>
                </c:pt>
                <c:pt idx="72">
                  <c:v> </c:v>
                </c:pt>
                <c:pt idx="73">
                  <c:v> </c:v>
                </c:pt>
                <c:pt idx="74">
                  <c:v> </c:v>
                </c:pt>
                <c:pt idx="75">
                  <c:v> </c:v>
                </c:pt>
                <c:pt idx="76">
                  <c:v> </c:v>
                </c:pt>
                <c:pt idx="77">
                  <c:v> </c:v>
                </c:pt>
                <c:pt idx="78">
                  <c:v> </c:v>
                </c:pt>
                <c:pt idx="79">
                  <c:v> </c:v>
                </c:pt>
                <c:pt idx="80">
                  <c:v> </c:v>
                </c:pt>
                <c:pt idx="81">
                  <c:v> </c:v>
                </c:pt>
                <c:pt idx="82">
                  <c:v> </c:v>
                </c:pt>
                <c:pt idx="83">
                  <c:v> </c:v>
                </c:pt>
                <c:pt idx="84">
                  <c:v> </c:v>
                </c:pt>
                <c:pt idx="85">
                  <c:v> </c:v>
                </c:pt>
                <c:pt idx="86">
                  <c:v> </c:v>
                </c:pt>
                <c:pt idx="87">
                  <c:v> </c:v>
                </c:pt>
                <c:pt idx="88">
                  <c:v> </c:v>
                </c:pt>
                <c:pt idx="89">
                  <c:v> </c:v>
                </c:pt>
                <c:pt idx="90">
                  <c:v> </c:v>
                </c:pt>
                <c:pt idx="91">
                  <c:v> </c:v>
                </c:pt>
                <c:pt idx="92">
                  <c:v> </c:v>
                </c:pt>
                <c:pt idx="93">
                  <c:v> </c:v>
                </c:pt>
                <c:pt idx="94">
                  <c:v> </c:v>
                </c:pt>
                <c:pt idx="95">
                  <c:v> </c:v>
                </c:pt>
                <c:pt idx="96">
                  <c:v> </c:v>
                </c:pt>
                <c:pt idx="97">
                  <c:v> </c:v>
                </c:pt>
                <c:pt idx="98">
                  <c:v> </c:v>
                </c:pt>
                <c:pt idx="99">
                  <c:v> </c:v>
                </c:pt>
                <c:pt idx="100">
                  <c:v>π/2</c:v>
                </c:pt>
                <c:pt idx="101">
                  <c:v> </c:v>
                </c:pt>
                <c:pt idx="102">
                  <c:v> </c:v>
                </c:pt>
                <c:pt idx="103">
                  <c:v> </c:v>
                </c:pt>
                <c:pt idx="104">
                  <c:v> </c:v>
                </c:pt>
                <c:pt idx="105">
                  <c:v> </c:v>
                </c:pt>
                <c:pt idx="106">
                  <c:v> </c:v>
                </c:pt>
                <c:pt idx="107">
                  <c:v> </c:v>
                </c:pt>
                <c:pt idx="108">
                  <c:v> </c:v>
                </c:pt>
                <c:pt idx="109">
                  <c:v> </c:v>
                </c:pt>
                <c:pt idx="110">
                  <c:v> </c:v>
                </c:pt>
                <c:pt idx="111">
                  <c:v> </c:v>
                </c:pt>
                <c:pt idx="112">
                  <c:v> </c:v>
                </c:pt>
                <c:pt idx="113">
                  <c:v> </c:v>
                </c:pt>
                <c:pt idx="114">
                  <c:v> </c:v>
                </c:pt>
                <c:pt idx="115">
                  <c:v> </c:v>
                </c:pt>
                <c:pt idx="116">
                  <c:v> </c:v>
                </c:pt>
                <c:pt idx="117">
                  <c:v> </c:v>
                </c:pt>
                <c:pt idx="118">
                  <c:v> </c:v>
                </c:pt>
                <c:pt idx="119">
                  <c:v> </c:v>
                </c:pt>
                <c:pt idx="120">
                  <c:v> </c:v>
                </c:pt>
                <c:pt idx="121">
                  <c:v> </c:v>
                </c:pt>
                <c:pt idx="122">
                  <c:v> </c:v>
                </c:pt>
                <c:pt idx="123">
                  <c:v> </c:v>
                </c:pt>
                <c:pt idx="124">
                  <c:v> </c:v>
                </c:pt>
                <c:pt idx="125">
                  <c:v> </c:v>
                </c:pt>
                <c:pt idx="126">
                  <c:v> </c:v>
                </c:pt>
                <c:pt idx="127">
                  <c:v> </c:v>
                </c:pt>
                <c:pt idx="128">
                  <c:v> </c:v>
                </c:pt>
                <c:pt idx="129">
                  <c:v> </c:v>
                </c:pt>
                <c:pt idx="130">
                  <c:v> </c:v>
                </c:pt>
                <c:pt idx="131">
                  <c:v> </c:v>
                </c:pt>
                <c:pt idx="132">
                  <c:v> </c:v>
                </c:pt>
                <c:pt idx="133">
                  <c:v> </c:v>
                </c:pt>
                <c:pt idx="134">
                  <c:v> </c:v>
                </c:pt>
                <c:pt idx="135">
                  <c:v> </c:v>
                </c:pt>
                <c:pt idx="136">
                  <c:v> </c:v>
                </c:pt>
                <c:pt idx="137">
                  <c:v> </c:v>
                </c:pt>
                <c:pt idx="138">
                  <c:v> </c:v>
                </c:pt>
                <c:pt idx="139">
                  <c:v> </c:v>
                </c:pt>
                <c:pt idx="140">
                  <c:v> </c:v>
                </c:pt>
                <c:pt idx="141">
                  <c:v> </c:v>
                </c:pt>
                <c:pt idx="142">
                  <c:v> </c:v>
                </c:pt>
                <c:pt idx="143">
                  <c:v> </c:v>
                </c:pt>
                <c:pt idx="144">
                  <c:v> </c:v>
                </c:pt>
                <c:pt idx="145">
                  <c:v> </c:v>
                </c:pt>
                <c:pt idx="146">
                  <c:v> </c:v>
                </c:pt>
                <c:pt idx="147">
                  <c:v> </c:v>
                </c:pt>
                <c:pt idx="148">
                  <c:v> </c:v>
                </c:pt>
                <c:pt idx="149">
                  <c:v> </c:v>
                </c:pt>
                <c:pt idx="150">
                  <c:v>3π/4</c:v>
                </c:pt>
                <c:pt idx="151">
                  <c:v> </c:v>
                </c:pt>
                <c:pt idx="152">
                  <c:v> </c:v>
                </c:pt>
                <c:pt idx="153">
                  <c:v> </c:v>
                </c:pt>
                <c:pt idx="154">
                  <c:v> </c:v>
                </c:pt>
                <c:pt idx="155">
                  <c:v> </c:v>
                </c:pt>
                <c:pt idx="156">
                  <c:v> </c:v>
                </c:pt>
                <c:pt idx="157">
                  <c:v> </c:v>
                </c:pt>
                <c:pt idx="158">
                  <c:v> </c:v>
                </c:pt>
                <c:pt idx="159">
                  <c:v> </c:v>
                </c:pt>
                <c:pt idx="160">
                  <c:v> </c:v>
                </c:pt>
                <c:pt idx="161">
                  <c:v> </c:v>
                </c:pt>
                <c:pt idx="162">
                  <c:v> </c:v>
                </c:pt>
                <c:pt idx="163">
                  <c:v> </c:v>
                </c:pt>
                <c:pt idx="164">
                  <c:v> </c:v>
                </c:pt>
                <c:pt idx="165">
                  <c:v> </c:v>
                </c:pt>
                <c:pt idx="166">
                  <c:v> </c:v>
                </c:pt>
                <c:pt idx="167">
                  <c:v> </c:v>
                </c:pt>
                <c:pt idx="168">
                  <c:v> </c:v>
                </c:pt>
                <c:pt idx="169">
                  <c:v> </c:v>
                </c:pt>
                <c:pt idx="170">
                  <c:v> </c:v>
                </c:pt>
                <c:pt idx="171">
                  <c:v> </c:v>
                </c:pt>
                <c:pt idx="172">
                  <c:v> </c:v>
                </c:pt>
                <c:pt idx="173">
                  <c:v> </c:v>
                </c:pt>
                <c:pt idx="174">
                  <c:v> </c:v>
                </c:pt>
                <c:pt idx="175">
                  <c:v> </c:v>
                </c:pt>
                <c:pt idx="176">
                  <c:v> </c:v>
                </c:pt>
                <c:pt idx="177">
                  <c:v> </c:v>
                </c:pt>
                <c:pt idx="178">
                  <c:v> </c:v>
                </c:pt>
                <c:pt idx="179">
                  <c:v> </c:v>
                </c:pt>
                <c:pt idx="180">
                  <c:v> </c:v>
                </c:pt>
                <c:pt idx="181">
                  <c:v> </c:v>
                </c:pt>
                <c:pt idx="182">
                  <c:v> </c:v>
                </c:pt>
                <c:pt idx="183">
                  <c:v> </c:v>
                </c:pt>
                <c:pt idx="184">
                  <c:v> </c:v>
                </c:pt>
                <c:pt idx="185">
                  <c:v> </c:v>
                </c:pt>
                <c:pt idx="186">
                  <c:v> </c:v>
                </c:pt>
                <c:pt idx="187">
                  <c:v> </c:v>
                </c:pt>
                <c:pt idx="188">
                  <c:v> </c:v>
                </c:pt>
                <c:pt idx="189">
                  <c:v> </c:v>
                </c:pt>
                <c:pt idx="190">
                  <c:v> </c:v>
                </c:pt>
                <c:pt idx="191">
                  <c:v> </c:v>
                </c:pt>
                <c:pt idx="192">
                  <c:v> </c:v>
                </c:pt>
                <c:pt idx="193">
                  <c:v> </c:v>
                </c:pt>
                <c:pt idx="194">
                  <c:v> </c:v>
                </c:pt>
                <c:pt idx="195">
                  <c:v> </c:v>
                </c:pt>
                <c:pt idx="196">
                  <c:v> </c:v>
                </c:pt>
                <c:pt idx="197">
                  <c:v> </c:v>
                </c:pt>
                <c:pt idx="198">
                  <c:v> </c:v>
                </c:pt>
                <c:pt idx="199">
                  <c:v> </c:v>
                </c:pt>
                <c:pt idx="200">
                  <c:v>π</c:v>
                </c:pt>
              </c:strCache>
            </c: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-50.0</c:v>
                </c:pt>
                <c:pt idx="1">
                  <c:v>-50.0</c:v>
                </c:pt>
                <c:pt idx="2">
                  <c:v>-50.0</c:v>
                </c:pt>
                <c:pt idx="3">
                  <c:v>-50.0</c:v>
                </c:pt>
                <c:pt idx="4">
                  <c:v>-50.0</c:v>
                </c:pt>
                <c:pt idx="5">
                  <c:v>-50.0</c:v>
                </c:pt>
                <c:pt idx="6">
                  <c:v>-50.0</c:v>
                </c:pt>
                <c:pt idx="7">
                  <c:v>-50.0</c:v>
                </c:pt>
                <c:pt idx="8">
                  <c:v>-50.0</c:v>
                </c:pt>
                <c:pt idx="9">
                  <c:v>-50.0</c:v>
                </c:pt>
                <c:pt idx="10">
                  <c:v>-50.0</c:v>
                </c:pt>
                <c:pt idx="11">
                  <c:v>-50.0</c:v>
                </c:pt>
                <c:pt idx="12">
                  <c:v>-50.0</c:v>
                </c:pt>
                <c:pt idx="13">
                  <c:v>-50.0</c:v>
                </c:pt>
                <c:pt idx="14">
                  <c:v>-50.0</c:v>
                </c:pt>
                <c:pt idx="15">
                  <c:v>-50.0</c:v>
                </c:pt>
                <c:pt idx="16">
                  <c:v>-50.0</c:v>
                </c:pt>
                <c:pt idx="17">
                  <c:v>-50.0</c:v>
                </c:pt>
                <c:pt idx="18">
                  <c:v>-50.0</c:v>
                </c:pt>
                <c:pt idx="19">
                  <c:v>-50.0</c:v>
                </c:pt>
                <c:pt idx="20">
                  <c:v>-50.0</c:v>
                </c:pt>
                <c:pt idx="21">
                  <c:v>-50.0</c:v>
                </c:pt>
                <c:pt idx="22">
                  <c:v>-50.0</c:v>
                </c:pt>
                <c:pt idx="23">
                  <c:v>-50.0</c:v>
                </c:pt>
                <c:pt idx="24">
                  <c:v>-50.0</c:v>
                </c:pt>
                <c:pt idx="25">
                  <c:v>-50.0</c:v>
                </c:pt>
                <c:pt idx="26">
                  <c:v>-50.0</c:v>
                </c:pt>
                <c:pt idx="27">
                  <c:v>-50.0</c:v>
                </c:pt>
                <c:pt idx="28">
                  <c:v>-50.0</c:v>
                </c:pt>
                <c:pt idx="29">
                  <c:v>-50.0</c:v>
                </c:pt>
                <c:pt idx="30">
                  <c:v>-50.0</c:v>
                </c:pt>
                <c:pt idx="31">
                  <c:v>-50.0</c:v>
                </c:pt>
                <c:pt idx="32">
                  <c:v>-50.0</c:v>
                </c:pt>
                <c:pt idx="33">
                  <c:v>-50.0</c:v>
                </c:pt>
                <c:pt idx="34">
                  <c:v>-50.0</c:v>
                </c:pt>
                <c:pt idx="35">
                  <c:v>-50.0</c:v>
                </c:pt>
                <c:pt idx="36">
                  <c:v>-50.0</c:v>
                </c:pt>
                <c:pt idx="37">
                  <c:v>-50.0</c:v>
                </c:pt>
                <c:pt idx="38">
                  <c:v>-50.0</c:v>
                </c:pt>
                <c:pt idx="39">
                  <c:v>-50.0</c:v>
                </c:pt>
                <c:pt idx="40">
                  <c:v>-50.0</c:v>
                </c:pt>
                <c:pt idx="41">
                  <c:v>-50.0</c:v>
                </c:pt>
                <c:pt idx="42">
                  <c:v>-50.0</c:v>
                </c:pt>
                <c:pt idx="43">
                  <c:v>-50.0</c:v>
                </c:pt>
                <c:pt idx="44">
                  <c:v>-50.0</c:v>
                </c:pt>
                <c:pt idx="45">
                  <c:v>-50.0</c:v>
                </c:pt>
                <c:pt idx="46">
                  <c:v>-50.0</c:v>
                </c:pt>
                <c:pt idx="47">
                  <c:v>-50.0</c:v>
                </c:pt>
                <c:pt idx="48">
                  <c:v>-50.0</c:v>
                </c:pt>
                <c:pt idx="49">
                  <c:v>-50.0</c:v>
                </c:pt>
                <c:pt idx="50">
                  <c:v>-50.0</c:v>
                </c:pt>
                <c:pt idx="51">
                  <c:v>-50.0</c:v>
                </c:pt>
                <c:pt idx="52">
                  <c:v>-50.0</c:v>
                </c:pt>
                <c:pt idx="53">
                  <c:v>-50.0</c:v>
                </c:pt>
                <c:pt idx="54">
                  <c:v>-50.0</c:v>
                </c:pt>
                <c:pt idx="55">
                  <c:v>-50.0</c:v>
                </c:pt>
                <c:pt idx="56">
                  <c:v>-50.0</c:v>
                </c:pt>
                <c:pt idx="57">
                  <c:v>-50.0</c:v>
                </c:pt>
                <c:pt idx="58">
                  <c:v>-50.0</c:v>
                </c:pt>
                <c:pt idx="59">
                  <c:v>-50.0</c:v>
                </c:pt>
                <c:pt idx="60">
                  <c:v>-50.0</c:v>
                </c:pt>
                <c:pt idx="61">
                  <c:v>-50.0</c:v>
                </c:pt>
                <c:pt idx="62">
                  <c:v>-50.0</c:v>
                </c:pt>
                <c:pt idx="63">
                  <c:v>-50.0</c:v>
                </c:pt>
                <c:pt idx="64">
                  <c:v>-50.0</c:v>
                </c:pt>
                <c:pt idx="65">
                  <c:v>-50.0</c:v>
                </c:pt>
                <c:pt idx="66">
                  <c:v>-50.0</c:v>
                </c:pt>
                <c:pt idx="67">
                  <c:v>-50.0</c:v>
                </c:pt>
                <c:pt idx="68">
                  <c:v>-50.0</c:v>
                </c:pt>
                <c:pt idx="69">
                  <c:v>-50.0</c:v>
                </c:pt>
                <c:pt idx="70">
                  <c:v>-50.0</c:v>
                </c:pt>
                <c:pt idx="71">
                  <c:v>-50.0</c:v>
                </c:pt>
                <c:pt idx="72">
                  <c:v>-50.0</c:v>
                </c:pt>
                <c:pt idx="73">
                  <c:v>-50.0</c:v>
                </c:pt>
                <c:pt idx="74">
                  <c:v>-50.0</c:v>
                </c:pt>
                <c:pt idx="75">
                  <c:v>-50.0</c:v>
                </c:pt>
                <c:pt idx="76">
                  <c:v>-50.0</c:v>
                </c:pt>
                <c:pt idx="77">
                  <c:v>-50.0</c:v>
                </c:pt>
                <c:pt idx="78">
                  <c:v>-50.0</c:v>
                </c:pt>
                <c:pt idx="79">
                  <c:v>-50.0</c:v>
                </c:pt>
                <c:pt idx="80">
                  <c:v>-50.0</c:v>
                </c:pt>
                <c:pt idx="81">
                  <c:v>-50.0</c:v>
                </c:pt>
                <c:pt idx="82">
                  <c:v>-50.0</c:v>
                </c:pt>
                <c:pt idx="83">
                  <c:v>-50.0</c:v>
                </c:pt>
                <c:pt idx="84">
                  <c:v>-50.0</c:v>
                </c:pt>
                <c:pt idx="85">
                  <c:v>-50.0</c:v>
                </c:pt>
                <c:pt idx="86">
                  <c:v>-50.0</c:v>
                </c:pt>
                <c:pt idx="87">
                  <c:v>-50.0</c:v>
                </c:pt>
                <c:pt idx="88">
                  <c:v>-50.0</c:v>
                </c:pt>
                <c:pt idx="89">
                  <c:v>-50.0</c:v>
                </c:pt>
                <c:pt idx="90">
                  <c:v>-50.0</c:v>
                </c:pt>
                <c:pt idx="91">
                  <c:v>-50.0</c:v>
                </c:pt>
                <c:pt idx="92">
                  <c:v>-50.0</c:v>
                </c:pt>
                <c:pt idx="93">
                  <c:v>-49.66</c:v>
                </c:pt>
                <c:pt idx="94">
                  <c:v>-47.21</c:v>
                </c:pt>
                <c:pt idx="95">
                  <c:v>-44.21</c:v>
                </c:pt>
                <c:pt idx="96">
                  <c:v>-40.49</c:v>
                </c:pt>
                <c:pt idx="97">
                  <c:v>-35.73</c:v>
                </c:pt>
                <c:pt idx="98">
                  <c:v>-29.24</c:v>
                </c:pt>
                <c:pt idx="99">
                  <c:v>-19.66</c:v>
                </c:pt>
                <c:pt idx="100">
                  <c:v>-10.0</c:v>
                </c:pt>
                <c:pt idx="101">
                  <c:v>-19.66</c:v>
                </c:pt>
                <c:pt idx="102">
                  <c:v>-29.24</c:v>
                </c:pt>
                <c:pt idx="103">
                  <c:v>-35.73</c:v>
                </c:pt>
                <c:pt idx="104">
                  <c:v>-40.49</c:v>
                </c:pt>
                <c:pt idx="105">
                  <c:v>-44.21</c:v>
                </c:pt>
                <c:pt idx="106">
                  <c:v>-47.21</c:v>
                </c:pt>
                <c:pt idx="107">
                  <c:v>-49.66</c:v>
                </c:pt>
                <c:pt idx="108">
                  <c:v>-50.0</c:v>
                </c:pt>
                <c:pt idx="109">
                  <c:v>-50.0</c:v>
                </c:pt>
                <c:pt idx="110">
                  <c:v>-50.0</c:v>
                </c:pt>
                <c:pt idx="111">
                  <c:v>-50.0</c:v>
                </c:pt>
                <c:pt idx="112">
                  <c:v>-50.0</c:v>
                </c:pt>
                <c:pt idx="113">
                  <c:v>-50.0</c:v>
                </c:pt>
                <c:pt idx="114">
                  <c:v>-50.0</c:v>
                </c:pt>
                <c:pt idx="115">
                  <c:v>-50.0</c:v>
                </c:pt>
                <c:pt idx="116">
                  <c:v>-50.0</c:v>
                </c:pt>
                <c:pt idx="117">
                  <c:v>-50.0</c:v>
                </c:pt>
                <c:pt idx="118">
                  <c:v>-50.0</c:v>
                </c:pt>
                <c:pt idx="119">
                  <c:v>-50.0</c:v>
                </c:pt>
                <c:pt idx="120">
                  <c:v>-50.0</c:v>
                </c:pt>
                <c:pt idx="121">
                  <c:v>-50.0</c:v>
                </c:pt>
                <c:pt idx="122">
                  <c:v>-50.0</c:v>
                </c:pt>
                <c:pt idx="123">
                  <c:v>-50.0</c:v>
                </c:pt>
                <c:pt idx="124">
                  <c:v>-50.0</c:v>
                </c:pt>
                <c:pt idx="125">
                  <c:v>-50.0</c:v>
                </c:pt>
                <c:pt idx="126">
                  <c:v>-50.0</c:v>
                </c:pt>
                <c:pt idx="127">
                  <c:v>-50.0</c:v>
                </c:pt>
                <c:pt idx="128">
                  <c:v>-50.0</c:v>
                </c:pt>
                <c:pt idx="129">
                  <c:v>-50.0</c:v>
                </c:pt>
                <c:pt idx="130">
                  <c:v>-50.0</c:v>
                </c:pt>
                <c:pt idx="131">
                  <c:v>-50.0</c:v>
                </c:pt>
                <c:pt idx="132">
                  <c:v>-50.0</c:v>
                </c:pt>
                <c:pt idx="133">
                  <c:v>-50.0</c:v>
                </c:pt>
                <c:pt idx="134">
                  <c:v>-50.0</c:v>
                </c:pt>
                <c:pt idx="135">
                  <c:v>-50.0</c:v>
                </c:pt>
                <c:pt idx="136">
                  <c:v>-50.0</c:v>
                </c:pt>
                <c:pt idx="137">
                  <c:v>-50.0</c:v>
                </c:pt>
                <c:pt idx="138">
                  <c:v>-50.0</c:v>
                </c:pt>
                <c:pt idx="139">
                  <c:v>-50.0</c:v>
                </c:pt>
                <c:pt idx="140">
                  <c:v>-50.0</c:v>
                </c:pt>
                <c:pt idx="141">
                  <c:v>-50.0</c:v>
                </c:pt>
                <c:pt idx="142">
                  <c:v>-50.0</c:v>
                </c:pt>
                <c:pt idx="143">
                  <c:v>-50.0</c:v>
                </c:pt>
                <c:pt idx="144">
                  <c:v>-50.0</c:v>
                </c:pt>
                <c:pt idx="145">
                  <c:v>-50.0</c:v>
                </c:pt>
                <c:pt idx="146">
                  <c:v>-50.0</c:v>
                </c:pt>
                <c:pt idx="147">
                  <c:v>-50.0</c:v>
                </c:pt>
                <c:pt idx="148">
                  <c:v>-50.0</c:v>
                </c:pt>
                <c:pt idx="149">
                  <c:v>-50.0</c:v>
                </c:pt>
                <c:pt idx="150">
                  <c:v>-50.0</c:v>
                </c:pt>
                <c:pt idx="151">
                  <c:v>-50.0</c:v>
                </c:pt>
                <c:pt idx="152">
                  <c:v>-50.0</c:v>
                </c:pt>
                <c:pt idx="153">
                  <c:v>-50.0</c:v>
                </c:pt>
                <c:pt idx="154">
                  <c:v>-50.0</c:v>
                </c:pt>
                <c:pt idx="155">
                  <c:v>-50.0</c:v>
                </c:pt>
                <c:pt idx="156">
                  <c:v>-50.0</c:v>
                </c:pt>
                <c:pt idx="157">
                  <c:v>-50.0</c:v>
                </c:pt>
                <c:pt idx="158">
                  <c:v>-50.0</c:v>
                </c:pt>
                <c:pt idx="159">
                  <c:v>-50.0</c:v>
                </c:pt>
                <c:pt idx="160">
                  <c:v>-50.0</c:v>
                </c:pt>
                <c:pt idx="161">
                  <c:v>-50.0</c:v>
                </c:pt>
                <c:pt idx="162">
                  <c:v>-50.0</c:v>
                </c:pt>
                <c:pt idx="163">
                  <c:v>-50.0</c:v>
                </c:pt>
                <c:pt idx="164">
                  <c:v>-50.0</c:v>
                </c:pt>
                <c:pt idx="165">
                  <c:v>-50.0</c:v>
                </c:pt>
                <c:pt idx="166">
                  <c:v>-50.0</c:v>
                </c:pt>
                <c:pt idx="167">
                  <c:v>-50.0</c:v>
                </c:pt>
                <c:pt idx="168">
                  <c:v>-50.0</c:v>
                </c:pt>
                <c:pt idx="169">
                  <c:v>-50.0</c:v>
                </c:pt>
                <c:pt idx="170">
                  <c:v>-50.0</c:v>
                </c:pt>
                <c:pt idx="171">
                  <c:v>-50.0</c:v>
                </c:pt>
                <c:pt idx="172">
                  <c:v>-50.0</c:v>
                </c:pt>
                <c:pt idx="173">
                  <c:v>-50.0</c:v>
                </c:pt>
                <c:pt idx="174">
                  <c:v>-50.0</c:v>
                </c:pt>
                <c:pt idx="175">
                  <c:v>-50.0</c:v>
                </c:pt>
                <c:pt idx="176">
                  <c:v>-50.0</c:v>
                </c:pt>
                <c:pt idx="177">
                  <c:v>-50.0</c:v>
                </c:pt>
                <c:pt idx="178">
                  <c:v>-50.0</c:v>
                </c:pt>
                <c:pt idx="179">
                  <c:v>-50.0</c:v>
                </c:pt>
                <c:pt idx="180">
                  <c:v>-50.0</c:v>
                </c:pt>
                <c:pt idx="181">
                  <c:v>-50.0</c:v>
                </c:pt>
                <c:pt idx="182">
                  <c:v>-50.0</c:v>
                </c:pt>
                <c:pt idx="183">
                  <c:v>-50.0</c:v>
                </c:pt>
                <c:pt idx="184">
                  <c:v>-50.0</c:v>
                </c:pt>
                <c:pt idx="185">
                  <c:v>-50.0</c:v>
                </c:pt>
                <c:pt idx="186">
                  <c:v>-50.0</c:v>
                </c:pt>
                <c:pt idx="187">
                  <c:v>-50.0</c:v>
                </c:pt>
                <c:pt idx="188">
                  <c:v>-50.0</c:v>
                </c:pt>
                <c:pt idx="189">
                  <c:v>-50.0</c:v>
                </c:pt>
                <c:pt idx="190">
                  <c:v>-50.0</c:v>
                </c:pt>
                <c:pt idx="191">
                  <c:v>-50.0</c:v>
                </c:pt>
                <c:pt idx="192">
                  <c:v>-50.0</c:v>
                </c:pt>
                <c:pt idx="193">
                  <c:v>-50.0</c:v>
                </c:pt>
                <c:pt idx="194">
                  <c:v>-50.0</c:v>
                </c:pt>
                <c:pt idx="195">
                  <c:v>-50.0</c:v>
                </c:pt>
                <c:pt idx="196">
                  <c:v>-50.0</c:v>
                </c:pt>
                <c:pt idx="197">
                  <c:v>-50.0</c:v>
                </c:pt>
                <c:pt idx="198">
                  <c:v>-44.13</c:v>
                </c:pt>
                <c:pt idx="199">
                  <c:v>-34.65</c:v>
                </c:pt>
                <c:pt idx="200">
                  <c:v>-25.0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Nền: nhiễu trắng</c:v>
                </c:pt>
              </c:strCache>
            </c:strRef>
          </c:tx>
          <c:spPr>
            <a:ln w="15875">
              <a:solidFill>
                <a:srgbClr val="595959"/>
              </a:solidFill>
              <a:prstDash val="dash"/>
            </a:ln>
          </c:spPr>
          <c:marker>
            <c:symbol val="none"/>
          </c:marker>
          <c:cat>
            <c:strRef>
              <c:f>Sheet1!$A$2:$A$202</c:f>
              <c:strCache>
                <c:ptCount val="201"/>
                <c:pt idx="0">
                  <c:v>0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 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 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 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 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 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 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 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 </c:v>
                </c:pt>
                <c:pt idx="33">
                  <c:v> </c:v>
                </c:pt>
                <c:pt idx="34">
                  <c:v> </c:v>
                </c:pt>
                <c:pt idx="35">
                  <c:v> </c:v>
                </c:pt>
                <c:pt idx="36">
                  <c:v> </c:v>
                </c:pt>
                <c:pt idx="37">
                  <c:v> </c:v>
                </c:pt>
                <c:pt idx="38">
                  <c:v> </c:v>
                </c:pt>
                <c:pt idx="39">
                  <c:v> </c:v>
                </c:pt>
                <c:pt idx="40">
                  <c:v> </c:v>
                </c:pt>
                <c:pt idx="41">
                  <c:v> </c:v>
                </c:pt>
                <c:pt idx="42">
                  <c:v> </c:v>
                </c:pt>
                <c:pt idx="43">
                  <c:v> </c:v>
                </c:pt>
                <c:pt idx="44">
                  <c:v> </c:v>
                </c:pt>
                <c:pt idx="45">
                  <c:v> </c:v>
                </c:pt>
                <c:pt idx="46">
                  <c:v> </c:v>
                </c:pt>
                <c:pt idx="47">
                  <c:v> </c:v>
                </c:pt>
                <c:pt idx="48">
                  <c:v> </c:v>
                </c:pt>
                <c:pt idx="49">
                  <c:v> </c:v>
                </c:pt>
                <c:pt idx="50">
                  <c:v>π/4</c:v>
                </c:pt>
                <c:pt idx="51">
                  <c:v> </c:v>
                </c:pt>
                <c:pt idx="52">
                  <c:v> </c:v>
                </c:pt>
                <c:pt idx="53">
                  <c:v> </c:v>
                </c:pt>
                <c:pt idx="54">
                  <c:v> </c:v>
                </c:pt>
                <c:pt idx="55">
                  <c:v> </c:v>
                </c:pt>
                <c:pt idx="56">
                  <c:v> </c:v>
                </c:pt>
                <c:pt idx="57">
                  <c:v> </c:v>
                </c:pt>
                <c:pt idx="58">
                  <c:v> </c:v>
                </c:pt>
                <c:pt idx="59">
                  <c:v> </c:v>
                </c:pt>
                <c:pt idx="60">
                  <c:v> </c:v>
                </c:pt>
                <c:pt idx="61">
                  <c:v> </c:v>
                </c:pt>
                <c:pt idx="62">
                  <c:v> </c:v>
                </c:pt>
                <c:pt idx="63">
                  <c:v> </c:v>
                </c:pt>
                <c:pt idx="64">
                  <c:v> </c:v>
                </c:pt>
                <c:pt idx="65">
                  <c:v> </c:v>
                </c:pt>
                <c:pt idx="66">
                  <c:v> </c:v>
                </c:pt>
                <c:pt idx="67">
                  <c:v> </c:v>
                </c:pt>
                <c:pt idx="68">
                  <c:v> </c:v>
                </c:pt>
                <c:pt idx="69">
                  <c:v> </c:v>
                </c:pt>
                <c:pt idx="70">
                  <c:v> </c:v>
                </c:pt>
                <c:pt idx="71">
                  <c:v> </c:v>
                </c:pt>
                <c:pt idx="72">
                  <c:v> </c:v>
                </c:pt>
                <c:pt idx="73">
                  <c:v> </c:v>
                </c:pt>
                <c:pt idx="74">
                  <c:v> </c:v>
                </c:pt>
                <c:pt idx="75">
                  <c:v> </c:v>
                </c:pt>
                <c:pt idx="76">
                  <c:v> </c:v>
                </c:pt>
                <c:pt idx="77">
                  <c:v> </c:v>
                </c:pt>
                <c:pt idx="78">
                  <c:v> </c:v>
                </c:pt>
                <c:pt idx="79">
                  <c:v> </c:v>
                </c:pt>
                <c:pt idx="80">
                  <c:v> </c:v>
                </c:pt>
                <c:pt idx="81">
                  <c:v> </c:v>
                </c:pt>
                <c:pt idx="82">
                  <c:v> </c:v>
                </c:pt>
                <c:pt idx="83">
                  <c:v> </c:v>
                </c:pt>
                <c:pt idx="84">
                  <c:v> </c:v>
                </c:pt>
                <c:pt idx="85">
                  <c:v> </c:v>
                </c:pt>
                <c:pt idx="86">
                  <c:v> </c:v>
                </c:pt>
                <c:pt idx="87">
                  <c:v> </c:v>
                </c:pt>
                <c:pt idx="88">
                  <c:v> </c:v>
                </c:pt>
                <c:pt idx="89">
                  <c:v> </c:v>
                </c:pt>
                <c:pt idx="90">
                  <c:v> </c:v>
                </c:pt>
                <c:pt idx="91">
                  <c:v> </c:v>
                </c:pt>
                <c:pt idx="92">
                  <c:v> </c:v>
                </c:pt>
                <c:pt idx="93">
                  <c:v> </c:v>
                </c:pt>
                <c:pt idx="94">
                  <c:v> </c:v>
                </c:pt>
                <c:pt idx="95">
                  <c:v> </c:v>
                </c:pt>
                <c:pt idx="96">
                  <c:v> </c:v>
                </c:pt>
                <c:pt idx="97">
                  <c:v> </c:v>
                </c:pt>
                <c:pt idx="98">
                  <c:v> </c:v>
                </c:pt>
                <c:pt idx="99">
                  <c:v> </c:v>
                </c:pt>
                <c:pt idx="100">
                  <c:v>π/2</c:v>
                </c:pt>
                <c:pt idx="101">
                  <c:v> </c:v>
                </c:pt>
                <c:pt idx="102">
                  <c:v> </c:v>
                </c:pt>
                <c:pt idx="103">
                  <c:v> </c:v>
                </c:pt>
                <c:pt idx="104">
                  <c:v> </c:v>
                </c:pt>
                <c:pt idx="105">
                  <c:v> </c:v>
                </c:pt>
                <c:pt idx="106">
                  <c:v> </c:v>
                </c:pt>
                <c:pt idx="107">
                  <c:v> </c:v>
                </c:pt>
                <c:pt idx="108">
                  <c:v> </c:v>
                </c:pt>
                <c:pt idx="109">
                  <c:v> </c:v>
                </c:pt>
                <c:pt idx="110">
                  <c:v> </c:v>
                </c:pt>
                <c:pt idx="111">
                  <c:v> </c:v>
                </c:pt>
                <c:pt idx="112">
                  <c:v> </c:v>
                </c:pt>
                <c:pt idx="113">
                  <c:v> </c:v>
                </c:pt>
                <c:pt idx="114">
                  <c:v> </c:v>
                </c:pt>
                <c:pt idx="115">
                  <c:v> </c:v>
                </c:pt>
                <c:pt idx="116">
                  <c:v> </c:v>
                </c:pt>
                <c:pt idx="117">
                  <c:v> </c:v>
                </c:pt>
                <c:pt idx="118">
                  <c:v> </c:v>
                </c:pt>
                <c:pt idx="119">
                  <c:v> </c:v>
                </c:pt>
                <c:pt idx="120">
                  <c:v> </c:v>
                </c:pt>
                <c:pt idx="121">
                  <c:v> </c:v>
                </c:pt>
                <c:pt idx="122">
                  <c:v> </c:v>
                </c:pt>
                <c:pt idx="123">
                  <c:v> </c:v>
                </c:pt>
                <c:pt idx="124">
                  <c:v> </c:v>
                </c:pt>
                <c:pt idx="125">
                  <c:v> </c:v>
                </c:pt>
                <c:pt idx="126">
                  <c:v> </c:v>
                </c:pt>
                <c:pt idx="127">
                  <c:v> </c:v>
                </c:pt>
                <c:pt idx="128">
                  <c:v> </c:v>
                </c:pt>
                <c:pt idx="129">
                  <c:v> </c:v>
                </c:pt>
                <c:pt idx="130">
                  <c:v> </c:v>
                </c:pt>
                <c:pt idx="131">
                  <c:v> </c:v>
                </c:pt>
                <c:pt idx="132">
                  <c:v> </c:v>
                </c:pt>
                <c:pt idx="133">
                  <c:v> </c:v>
                </c:pt>
                <c:pt idx="134">
                  <c:v> </c:v>
                </c:pt>
                <c:pt idx="135">
                  <c:v> </c:v>
                </c:pt>
                <c:pt idx="136">
                  <c:v> </c:v>
                </c:pt>
                <c:pt idx="137">
                  <c:v> </c:v>
                </c:pt>
                <c:pt idx="138">
                  <c:v> </c:v>
                </c:pt>
                <c:pt idx="139">
                  <c:v> </c:v>
                </c:pt>
                <c:pt idx="140">
                  <c:v> </c:v>
                </c:pt>
                <c:pt idx="141">
                  <c:v> </c:v>
                </c:pt>
                <c:pt idx="142">
                  <c:v> </c:v>
                </c:pt>
                <c:pt idx="143">
                  <c:v> </c:v>
                </c:pt>
                <c:pt idx="144">
                  <c:v> </c:v>
                </c:pt>
                <c:pt idx="145">
                  <c:v> </c:v>
                </c:pt>
                <c:pt idx="146">
                  <c:v> </c:v>
                </c:pt>
                <c:pt idx="147">
                  <c:v> </c:v>
                </c:pt>
                <c:pt idx="148">
                  <c:v> </c:v>
                </c:pt>
                <c:pt idx="149">
                  <c:v> </c:v>
                </c:pt>
                <c:pt idx="150">
                  <c:v>3π/4</c:v>
                </c:pt>
                <c:pt idx="151">
                  <c:v> </c:v>
                </c:pt>
                <c:pt idx="152">
                  <c:v> </c:v>
                </c:pt>
                <c:pt idx="153">
                  <c:v> </c:v>
                </c:pt>
                <c:pt idx="154">
                  <c:v> </c:v>
                </c:pt>
                <c:pt idx="155">
                  <c:v> </c:v>
                </c:pt>
                <c:pt idx="156">
                  <c:v> </c:v>
                </c:pt>
                <c:pt idx="157">
                  <c:v> </c:v>
                </c:pt>
                <c:pt idx="158">
                  <c:v> </c:v>
                </c:pt>
                <c:pt idx="159">
                  <c:v> </c:v>
                </c:pt>
                <c:pt idx="160">
                  <c:v> </c:v>
                </c:pt>
                <c:pt idx="161">
                  <c:v> </c:v>
                </c:pt>
                <c:pt idx="162">
                  <c:v> </c:v>
                </c:pt>
                <c:pt idx="163">
                  <c:v> </c:v>
                </c:pt>
                <c:pt idx="164">
                  <c:v> </c:v>
                </c:pt>
                <c:pt idx="165">
                  <c:v> </c:v>
                </c:pt>
                <c:pt idx="166">
                  <c:v> </c:v>
                </c:pt>
                <c:pt idx="167">
                  <c:v> </c:v>
                </c:pt>
                <c:pt idx="168">
                  <c:v> </c:v>
                </c:pt>
                <c:pt idx="169">
                  <c:v> </c:v>
                </c:pt>
                <c:pt idx="170">
                  <c:v> </c:v>
                </c:pt>
                <c:pt idx="171">
                  <c:v> </c:v>
                </c:pt>
                <c:pt idx="172">
                  <c:v> </c:v>
                </c:pt>
                <c:pt idx="173">
                  <c:v> </c:v>
                </c:pt>
                <c:pt idx="174">
                  <c:v> </c:v>
                </c:pt>
                <c:pt idx="175">
                  <c:v> </c:v>
                </c:pt>
                <c:pt idx="176">
                  <c:v> </c:v>
                </c:pt>
                <c:pt idx="177">
                  <c:v> </c:v>
                </c:pt>
                <c:pt idx="178">
                  <c:v> </c:v>
                </c:pt>
                <c:pt idx="179">
                  <c:v> </c:v>
                </c:pt>
                <c:pt idx="180">
                  <c:v> </c:v>
                </c:pt>
                <c:pt idx="181">
                  <c:v> </c:v>
                </c:pt>
                <c:pt idx="182">
                  <c:v> </c:v>
                </c:pt>
                <c:pt idx="183">
                  <c:v> </c:v>
                </c:pt>
                <c:pt idx="184">
                  <c:v> </c:v>
                </c:pt>
                <c:pt idx="185">
                  <c:v> </c:v>
                </c:pt>
                <c:pt idx="186">
                  <c:v> </c:v>
                </c:pt>
                <c:pt idx="187">
                  <c:v> </c:v>
                </c:pt>
                <c:pt idx="188">
                  <c:v> </c:v>
                </c:pt>
                <c:pt idx="189">
                  <c:v> </c:v>
                </c:pt>
                <c:pt idx="190">
                  <c:v> </c:v>
                </c:pt>
                <c:pt idx="191">
                  <c:v> </c:v>
                </c:pt>
                <c:pt idx="192">
                  <c:v> </c:v>
                </c:pt>
                <c:pt idx="193">
                  <c:v> </c:v>
                </c:pt>
                <c:pt idx="194">
                  <c:v> </c:v>
                </c:pt>
                <c:pt idx="195">
                  <c:v> </c:v>
                </c:pt>
                <c:pt idx="196">
                  <c:v> </c:v>
                </c:pt>
                <c:pt idx="197">
                  <c:v> </c:v>
                </c:pt>
                <c:pt idx="198">
                  <c:v> </c:v>
                </c:pt>
                <c:pt idx="199">
                  <c:v> </c:v>
                </c:pt>
                <c:pt idx="200">
                  <c:v>π</c:v>
                </c:pt>
              </c:strCache>
            </c:strRef>
          </c:cat>
          <c:val>
            <c:numRef>
              <c:f>Sheet1!$D$2:$D$202</c:f>
              <c:numCache>
                <c:formatCode>General</c:formatCode>
                <c:ptCount val="201"/>
                <c:pt idx="0">
                  <c:v>-40.0</c:v>
                </c:pt>
                <c:pt idx="1">
                  <c:v>-40.0</c:v>
                </c:pt>
                <c:pt idx="2">
                  <c:v>-40.0</c:v>
                </c:pt>
                <c:pt idx="3">
                  <c:v>-40.0</c:v>
                </c:pt>
                <c:pt idx="4">
                  <c:v>-40.0</c:v>
                </c:pt>
                <c:pt idx="5">
                  <c:v>-40.0</c:v>
                </c:pt>
                <c:pt idx="6">
                  <c:v>-40.0</c:v>
                </c:pt>
                <c:pt idx="7">
                  <c:v>-40.0</c:v>
                </c:pt>
                <c:pt idx="8">
                  <c:v>-40.0</c:v>
                </c:pt>
                <c:pt idx="9">
                  <c:v>-40.0</c:v>
                </c:pt>
                <c:pt idx="10">
                  <c:v>-40.0</c:v>
                </c:pt>
                <c:pt idx="11">
                  <c:v>-40.0</c:v>
                </c:pt>
                <c:pt idx="12">
                  <c:v>-40.0</c:v>
                </c:pt>
                <c:pt idx="13">
                  <c:v>-40.0</c:v>
                </c:pt>
                <c:pt idx="14">
                  <c:v>-40.0</c:v>
                </c:pt>
                <c:pt idx="15">
                  <c:v>-40.0</c:v>
                </c:pt>
                <c:pt idx="16">
                  <c:v>-40.0</c:v>
                </c:pt>
                <c:pt idx="17">
                  <c:v>-40.0</c:v>
                </c:pt>
                <c:pt idx="18">
                  <c:v>-40.0</c:v>
                </c:pt>
                <c:pt idx="19">
                  <c:v>-40.0</c:v>
                </c:pt>
                <c:pt idx="20">
                  <c:v>-40.0</c:v>
                </c:pt>
                <c:pt idx="21">
                  <c:v>-40.0</c:v>
                </c:pt>
                <c:pt idx="22">
                  <c:v>-40.0</c:v>
                </c:pt>
                <c:pt idx="23">
                  <c:v>-40.0</c:v>
                </c:pt>
                <c:pt idx="24">
                  <c:v>-40.0</c:v>
                </c:pt>
                <c:pt idx="25">
                  <c:v>-40.0</c:v>
                </c:pt>
                <c:pt idx="26">
                  <c:v>-40.0</c:v>
                </c:pt>
                <c:pt idx="27">
                  <c:v>-40.0</c:v>
                </c:pt>
                <c:pt idx="28">
                  <c:v>-40.0</c:v>
                </c:pt>
                <c:pt idx="29">
                  <c:v>-40.0</c:v>
                </c:pt>
                <c:pt idx="30">
                  <c:v>-40.0</c:v>
                </c:pt>
                <c:pt idx="31">
                  <c:v>-40.0</c:v>
                </c:pt>
                <c:pt idx="32">
                  <c:v>-40.0</c:v>
                </c:pt>
                <c:pt idx="33">
                  <c:v>-40.0</c:v>
                </c:pt>
                <c:pt idx="34">
                  <c:v>-40.0</c:v>
                </c:pt>
                <c:pt idx="35">
                  <c:v>-40.0</c:v>
                </c:pt>
                <c:pt idx="36">
                  <c:v>-40.0</c:v>
                </c:pt>
                <c:pt idx="37">
                  <c:v>-40.0</c:v>
                </c:pt>
                <c:pt idx="38">
                  <c:v>-40.0</c:v>
                </c:pt>
                <c:pt idx="39">
                  <c:v>-40.0</c:v>
                </c:pt>
                <c:pt idx="40">
                  <c:v>-40.0</c:v>
                </c:pt>
                <c:pt idx="41">
                  <c:v>-40.0</c:v>
                </c:pt>
                <c:pt idx="42">
                  <c:v>-40.0</c:v>
                </c:pt>
                <c:pt idx="43">
                  <c:v>-40.0</c:v>
                </c:pt>
                <c:pt idx="44">
                  <c:v>-40.0</c:v>
                </c:pt>
                <c:pt idx="45">
                  <c:v>-40.0</c:v>
                </c:pt>
                <c:pt idx="46">
                  <c:v>-40.0</c:v>
                </c:pt>
                <c:pt idx="47">
                  <c:v>-40.0</c:v>
                </c:pt>
                <c:pt idx="48">
                  <c:v>-40.0</c:v>
                </c:pt>
                <c:pt idx="49">
                  <c:v>-40.0</c:v>
                </c:pt>
                <c:pt idx="50">
                  <c:v>-40.0</c:v>
                </c:pt>
                <c:pt idx="51">
                  <c:v>-40.0</c:v>
                </c:pt>
                <c:pt idx="52">
                  <c:v>-40.0</c:v>
                </c:pt>
                <c:pt idx="53">
                  <c:v>-40.0</c:v>
                </c:pt>
                <c:pt idx="54">
                  <c:v>-40.0</c:v>
                </c:pt>
                <c:pt idx="55">
                  <c:v>-40.0</c:v>
                </c:pt>
                <c:pt idx="56">
                  <c:v>-40.0</c:v>
                </c:pt>
                <c:pt idx="57">
                  <c:v>-40.0</c:v>
                </c:pt>
                <c:pt idx="58">
                  <c:v>-40.0</c:v>
                </c:pt>
                <c:pt idx="59">
                  <c:v>-40.0</c:v>
                </c:pt>
                <c:pt idx="60">
                  <c:v>-40.0</c:v>
                </c:pt>
                <c:pt idx="61">
                  <c:v>-40.0</c:v>
                </c:pt>
                <c:pt idx="62">
                  <c:v>-40.0</c:v>
                </c:pt>
                <c:pt idx="63">
                  <c:v>-40.0</c:v>
                </c:pt>
                <c:pt idx="64">
                  <c:v>-40.0</c:v>
                </c:pt>
                <c:pt idx="65">
                  <c:v>-40.0</c:v>
                </c:pt>
                <c:pt idx="66">
                  <c:v>-40.0</c:v>
                </c:pt>
                <c:pt idx="67">
                  <c:v>-40.0</c:v>
                </c:pt>
                <c:pt idx="68">
                  <c:v>-40.0</c:v>
                </c:pt>
                <c:pt idx="69">
                  <c:v>-40.0</c:v>
                </c:pt>
                <c:pt idx="70">
                  <c:v>-40.0</c:v>
                </c:pt>
                <c:pt idx="71">
                  <c:v>-40.0</c:v>
                </c:pt>
                <c:pt idx="72">
                  <c:v>-40.0</c:v>
                </c:pt>
                <c:pt idx="73">
                  <c:v>-40.0</c:v>
                </c:pt>
                <c:pt idx="74">
                  <c:v>-40.0</c:v>
                </c:pt>
                <c:pt idx="75">
                  <c:v>-40.0</c:v>
                </c:pt>
                <c:pt idx="76">
                  <c:v>-40.0</c:v>
                </c:pt>
                <c:pt idx="77">
                  <c:v>-40.0</c:v>
                </c:pt>
                <c:pt idx="78">
                  <c:v>-40.0</c:v>
                </c:pt>
                <c:pt idx="79">
                  <c:v>-40.0</c:v>
                </c:pt>
                <c:pt idx="80">
                  <c:v>-40.0</c:v>
                </c:pt>
                <c:pt idx="81">
                  <c:v>-40.0</c:v>
                </c:pt>
                <c:pt idx="82">
                  <c:v>-40.0</c:v>
                </c:pt>
                <c:pt idx="83">
                  <c:v>-40.0</c:v>
                </c:pt>
                <c:pt idx="84">
                  <c:v>-40.0</c:v>
                </c:pt>
                <c:pt idx="85">
                  <c:v>-40.0</c:v>
                </c:pt>
                <c:pt idx="86">
                  <c:v>-40.0</c:v>
                </c:pt>
                <c:pt idx="87">
                  <c:v>-40.0</c:v>
                </c:pt>
                <c:pt idx="88">
                  <c:v>-40.0</c:v>
                </c:pt>
                <c:pt idx="89">
                  <c:v>-40.0</c:v>
                </c:pt>
                <c:pt idx="90">
                  <c:v>-40.0</c:v>
                </c:pt>
                <c:pt idx="91">
                  <c:v>-40.0</c:v>
                </c:pt>
                <c:pt idx="92">
                  <c:v>-40.0</c:v>
                </c:pt>
                <c:pt idx="93">
                  <c:v>-40.0</c:v>
                </c:pt>
                <c:pt idx="94">
                  <c:v>-40.0</c:v>
                </c:pt>
                <c:pt idx="95">
                  <c:v>-40.0</c:v>
                </c:pt>
                <c:pt idx="96">
                  <c:v>-40.0</c:v>
                </c:pt>
                <c:pt idx="97">
                  <c:v>-40.0</c:v>
                </c:pt>
                <c:pt idx="98">
                  <c:v>-40.0</c:v>
                </c:pt>
                <c:pt idx="99">
                  <c:v>-40.0</c:v>
                </c:pt>
                <c:pt idx="100">
                  <c:v>-40.0</c:v>
                </c:pt>
                <c:pt idx="101">
                  <c:v>-40.0</c:v>
                </c:pt>
                <c:pt idx="102">
                  <c:v>-40.0</c:v>
                </c:pt>
                <c:pt idx="103">
                  <c:v>-40.0</c:v>
                </c:pt>
                <c:pt idx="104">
                  <c:v>-40.0</c:v>
                </c:pt>
                <c:pt idx="105">
                  <c:v>-40.0</c:v>
                </c:pt>
                <c:pt idx="106">
                  <c:v>-40.0</c:v>
                </c:pt>
                <c:pt idx="107">
                  <c:v>-40.0</c:v>
                </c:pt>
                <c:pt idx="108">
                  <c:v>-40.0</c:v>
                </c:pt>
                <c:pt idx="109">
                  <c:v>-40.0</c:v>
                </c:pt>
                <c:pt idx="110">
                  <c:v>-40.0</c:v>
                </c:pt>
                <c:pt idx="111">
                  <c:v>-40.0</c:v>
                </c:pt>
                <c:pt idx="112">
                  <c:v>-40.0</c:v>
                </c:pt>
                <c:pt idx="113">
                  <c:v>-40.0</c:v>
                </c:pt>
                <c:pt idx="114">
                  <c:v>-40.0</c:v>
                </c:pt>
                <c:pt idx="115">
                  <c:v>-40.0</c:v>
                </c:pt>
                <c:pt idx="116">
                  <c:v>-40.0</c:v>
                </c:pt>
                <c:pt idx="117">
                  <c:v>-40.0</c:v>
                </c:pt>
                <c:pt idx="118">
                  <c:v>-40.0</c:v>
                </c:pt>
                <c:pt idx="119">
                  <c:v>-40.0</c:v>
                </c:pt>
                <c:pt idx="120">
                  <c:v>-40.0</c:v>
                </c:pt>
                <c:pt idx="121">
                  <c:v>-40.0</c:v>
                </c:pt>
                <c:pt idx="122">
                  <c:v>-40.0</c:v>
                </c:pt>
                <c:pt idx="123">
                  <c:v>-40.0</c:v>
                </c:pt>
                <c:pt idx="124">
                  <c:v>-40.0</c:v>
                </c:pt>
                <c:pt idx="125">
                  <c:v>-40.0</c:v>
                </c:pt>
                <c:pt idx="126">
                  <c:v>-40.0</c:v>
                </c:pt>
                <c:pt idx="127">
                  <c:v>-40.0</c:v>
                </c:pt>
                <c:pt idx="128">
                  <c:v>-40.0</c:v>
                </c:pt>
                <c:pt idx="129">
                  <c:v>-40.0</c:v>
                </c:pt>
                <c:pt idx="130">
                  <c:v>-40.0</c:v>
                </c:pt>
                <c:pt idx="131">
                  <c:v>-40.0</c:v>
                </c:pt>
                <c:pt idx="132">
                  <c:v>-40.0</c:v>
                </c:pt>
                <c:pt idx="133">
                  <c:v>-40.0</c:v>
                </c:pt>
                <c:pt idx="134">
                  <c:v>-40.0</c:v>
                </c:pt>
                <c:pt idx="135">
                  <c:v>-40.0</c:v>
                </c:pt>
                <c:pt idx="136">
                  <c:v>-40.0</c:v>
                </c:pt>
                <c:pt idx="137">
                  <c:v>-40.0</c:v>
                </c:pt>
                <c:pt idx="138">
                  <c:v>-40.0</c:v>
                </c:pt>
                <c:pt idx="139">
                  <c:v>-40.0</c:v>
                </c:pt>
                <c:pt idx="140">
                  <c:v>-40.0</c:v>
                </c:pt>
                <c:pt idx="141">
                  <c:v>-40.0</c:v>
                </c:pt>
                <c:pt idx="142">
                  <c:v>-40.0</c:v>
                </c:pt>
                <c:pt idx="143">
                  <c:v>-40.0</c:v>
                </c:pt>
                <c:pt idx="144">
                  <c:v>-40.0</c:v>
                </c:pt>
                <c:pt idx="145">
                  <c:v>-40.0</c:v>
                </c:pt>
                <c:pt idx="146">
                  <c:v>-40.0</c:v>
                </c:pt>
                <c:pt idx="147">
                  <c:v>-40.0</c:v>
                </c:pt>
                <c:pt idx="148">
                  <c:v>-40.0</c:v>
                </c:pt>
                <c:pt idx="149">
                  <c:v>-40.0</c:v>
                </c:pt>
                <c:pt idx="150">
                  <c:v>-40.0</c:v>
                </c:pt>
                <c:pt idx="151">
                  <c:v>-40.0</c:v>
                </c:pt>
                <c:pt idx="152">
                  <c:v>-40.0</c:v>
                </c:pt>
                <c:pt idx="153">
                  <c:v>-40.0</c:v>
                </c:pt>
                <c:pt idx="154">
                  <c:v>-40.0</c:v>
                </c:pt>
                <c:pt idx="155">
                  <c:v>-40.0</c:v>
                </c:pt>
                <c:pt idx="156">
                  <c:v>-40.0</c:v>
                </c:pt>
                <c:pt idx="157">
                  <c:v>-40.0</c:v>
                </c:pt>
                <c:pt idx="158">
                  <c:v>-40.0</c:v>
                </c:pt>
                <c:pt idx="159">
                  <c:v>-40.0</c:v>
                </c:pt>
                <c:pt idx="160">
                  <c:v>-40.0</c:v>
                </c:pt>
                <c:pt idx="161">
                  <c:v>-40.0</c:v>
                </c:pt>
                <c:pt idx="162">
                  <c:v>-40.0</c:v>
                </c:pt>
                <c:pt idx="163">
                  <c:v>-40.0</c:v>
                </c:pt>
                <c:pt idx="164">
                  <c:v>-40.0</c:v>
                </c:pt>
                <c:pt idx="165">
                  <c:v>-40.0</c:v>
                </c:pt>
                <c:pt idx="166">
                  <c:v>-40.0</c:v>
                </c:pt>
                <c:pt idx="167">
                  <c:v>-40.0</c:v>
                </c:pt>
                <c:pt idx="168">
                  <c:v>-40.0</c:v>
                </c:pt>
                <c:pt idx="169">
                  <c:v>-40.0</c:v>
                </c:pt>
                <c:pt idx="170">
                  <c:v>-40.0</c:v>
                </c:pt>
                <c:pt idx="171">
                  <c:v>-40.0</c:v>
                </c:pt>
                <c:pt idx="172">
                  <c:v>-40.0</c:v>
                </c:pt>
                <c:pt idx="173">
                  <c:v>-40.0</c:v>
                </c:pt>
                <c:pt idx="174">
                  <c:v>-40.0</c:v>
                </c:pt>
                <c:pt idx="175">
                  <c:v>-40.0</c:v>
                </c:pt>
                <c:pt idx="176">
                  <c:v>-40.0</c:v>
                </c:pt>
                <c:pt idx="177">
                  <c:v>-40.0</c:v>
                </c:pt>
                <c:pt idx="178">
                  <c:v>-40.0</c:v>
                </c:pt>
                <c:pt idx="179">
                  <c:v>-40.0</c:v>
                </c:pt>
                <c:pt idx="180">
                  <c:v>-40.0</c:v>
                </c:pt>
                <c:pt idx="181">
                  <c:v>-40.0</c:v>
                </c:pt>
                <c:pt idx="182">
                  <c:v>-40.0</c:v>
                </c:pt>
                <c:pt idx="183">
                  <c:v>-40.0</c:v>
                </c:pt>
                <c:pt idx="184">
                  <c:v>-40.0</c:v>
                </c:pt>
                <c:pt idx="185">
                  <c:v>-40.0</c:v>
                </c:pt>
                <c:pt idx="186">
                  <c:v>-40.0</c:v>
                </c:pt>
                <c:pt idx="187">
                  <c:v>-40.0</c:v>
                </c:pt>
                <c:pt idx="188">
                  <c:v>-40.0</c:v>
                </c:pt>
                <c:pt idx="189">
                  <c:v>-40.0</c:v>
                </c:pt>
                <c:pt idx="190">
                  <c:v>-40.0</c:v>
                </c:pt>
                <c:pt idx="191">
                  <c:v>-40.0</c:v>
                </c:pt>
                <c:pt idx="192">
                  <c:v>-40.0</c:v>
                </c:pt>
                <c:pt idx="193">
                  <c:v>-40.0</c:v>
                </c:pt>
                <c:pt idx="194">
                  <c:v>-40.0</c:v>
                </c:pt>
                <c:pt idx="195">
                  <c:v>-40.0</c:v>
                </c:pt>
                <c:pt idx="196">
                  <c:v>-40.0</c:v>
                </c:pt>
                <c:pt idx="197">
                  <c:v>-40.0</c:v>
                </c:pt>
                <c:pt idx="198">
                  <c:v>-40.0</c:v>
                </c:pt>
                <c:pt idx="199">
                  <c:v>-40.0</c:v>
                </c:pt>
                <c:pt idx="200">
                  <c:v>-40.0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 b="0">
                    <a:latin typeface="Quicksand"/>
                  </a:rPr>
                  <a:t>ω (rad/mẫu)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crossAx val="2140495176"/>
        <c:crosses val="autoZero"/>
        <c:auto val="1"/>
        <c:lblAlgn val="ctr"/>
        <c:lblOffset val="100"/>
        <c:tickLblSkip val="50"/>
        <c:tickMarkSkip val="50"/>
        <c:noMultiLvlLbl val="0"/>
      </c:catAx>
      <c:valAx>
        <c:axId val="2140495176"/>
        <c:scaling>
          <c:max val="5.0"/>
          <c:min val="-5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latin typeface="Quicksand"/>
                  </a:rPr>
                  <a:t>S [dB]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031739"/>
          </a:solidFill>
          <a:latin typeface="Quicksand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10/18/2026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10/18/2026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10/18/2026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10/18/2026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Relationship Id="rId8" Type="http://schemas.openxmlformats.org/officeDocument/2006/relationships/image" Target="../media/image21.png"/><Relationship Id="rId9" Type="http://schemas.openxmlformats.org/officeDocument/2006/relationships/image" Target="../media/image22.svg"/><Relationship Id="rId10" Type="http://schemas.openxmlformats.org/officeDocument/2006/relationships/image" Target="../media/image23.png"/><Relationship Id="rId11" Type="http://schemas.openxmlformats.org/officeDocument/2006/relationships/image" Target="../media/image24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ng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951862" y="1556975"/>
            <a:ext cx="10506270" cy="1872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Quicksand" pitchFamily="34" charset="0"/>
                <a:ea typeface="Quicksand" pitchFamily="34" charset="0"/>
                <a:cs typeface="Quicksand" pitchFamily="34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vi-VN" sz="4000" dirty="0">
                <a:latin typeface="Quicksand" pitchFamily="2" charset="0"/>
                <a:ea typeface="Quicksand" pitchFamily="2" charset="0"/>
                <a:cs typeface="Quicksand" pitchFamily="2" charset="0"/>
              </a:rPr>
              <a:t>TÍN HIỆU NGẪU NHIÊN</a:t>
            </a:r>
            <a:endParaRPr lang="en-US" sz="4000" dirty="0">
              <a:latin typeface="Quicksand" pitchFamily="2" charset="0"/>
              <a:ea typeface="Quicksand" pitchFamily="2" charset="0"/>
              <a:cs typeface="Quicksand" pitchFamily="2" charset="0"/>
            </a:endParaRPr>
          </a:p>
          <a:p>
            <a:pPr>
              <a:lnSpc>
                <a:spcPct val="130000"/>
              </a:lnSpc>
            </a:pPr>
            <a:r>
              <a:rPr lang="vi-VN" sz="4000" dirty="0">
                <a:latin typeface="Quicksand" pitchFamily="2" charset="0"/>
                <a:ea typeface="Quicksand" pitchFamily="2" charset="0"/>
                <a:cs typeface="Quicksand" pitchFamily="2" charset="0"/>
              </a:rPr>
              <a:t>CHO CẢM BIẾN PIR</a:t>
            </a:r>
            <a:endParaRPr lang="en-US" sz="4000" dirty="0">
              <a:latin typeface="Quicksand" pitchFamily="2" charset="0"/>
              <a:ea typeface="Quicksand" pitchFamily="2" charset="0"/>
              <a:cs typeface="Quicksand" pitchFamily="2" charset="0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1364986" y="3429000"/>
            <a:ext cx="7984565" cy="21471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Quicksand" pitchFamily="34" charset="0"/>
                <a:ea typeface="Quicksand" pitchFamily="34" charset="0"/>
                <a:cs typeface="Quicksand" pitchFamily="34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sz="2800" dirty="0">
                <a:latin typeface="Quicksand" pitchFamily="2" charset="0"/>
                <a:ea typeface="Quicksand" pitchFamily="2" charset="0"/>
                <a:cs typeface="Quicksand" pitchFamily="2" charset="0"/>
              </a:rPr>
              <a:t>Học viên: Nguyễn Thái Sơn – 20252373M</a:t>
            </a:r>
          </a:p>
          <a:p>
            <a:pPr>
              <a:lnSpc>
                <a:spcPct val="130000"/>
              </a:lnSpc>
            </a:pPr>
            <a:r>
              <a:rPr lang="en-US" sz="2800" dirty="0">
                <a:latin typeface="Quicksand" pitchFamily="2" charset="0"/>
                <a:ea typeface="Quicksand" pitchFamily="2" charset="0"/>
                <a:cs typeface="Quicksand" pitchFamily="2" charset="0"/>
              </a:rPr>
              <a:t>Học viên: Vũ Minh Đức – 20252371M</a:t>
            </a:r>
          </a:p>
          <a:p>
            <a:pPr>
              <a:lnSpc>
                <a:spcPct val="130000"/>
              </a:lnSpc>
            </a:pPr>
            <a:r>
              <a:rPr lang="en-US" sz="2800" dirty="0">
                <a:latin typeface="Quicksand" pitchFamily="2" charset="0"/>
                <a:ea typeface="Quicksand" pitchFamily="2" charset="0"/>
                <a:cs typeface="Quicksand" pitchFamily="2" charset="0"/>
              </a:rPr>
              <a:t>Giảng viên: PGS.TS Nguyễn Quốc Cường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6">
            <a:extLst>
              <a:ext uri="{FF2B5EF4-FFF2-40B4-BE49-F238E27FC236}">
                <a16:creationId xmlns:a16="http://schemas.microsoft.com/office/drawing/2014/main" id="{BD6422AF-ECC6-103E-EABD-19A1997EEECF}"/>
              </a:ext>
            </a:extLst>
          </p:cNvPr>
          <p:cNvSpPr txBox="1">
            <a:spLocks/>
          </p:cNvSpPr>
          <p:nvPr/>
        </p:nvSpPr>
        <p:spPr>
          <a:xfrm>
            <a:off x="4899708" y="716925"/>
            <a:ext cx="8098662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Quicksand" pitchFamily="34" charset="0"/>
                <a:ea typeface="Quicksand" pitchFamily="34" charset="0"/>
                <a:cs typeface="Quicksand" pitchFamily="34" charset="0"/>
              </a:defRPr>
            </a:lvl1pPr>
          </a:lstStyle>
          <a:p>
            <a:r>
              <a:rPr lang="en-US" sz="4000" dirty="0" err="1">
                <a:latin typeface="Quicksand" pitchFamily="2" charset="0"/>
              </a:rPr>
              <a:t>Nội</a:t>
            </a:r>
            <a:r>
              <a:rPr lang="en-US" sz="4000" dirty="0">
                <a:latin typeface="Quicksand" pitchFamily="2" charset="0"/>
              </a:rPr>
              <a:t> dung </a:t>
            </a:r>
            <a:r>
              <a:rPr lang="en-US" sz="4000" dirty="0" err="1">
                <a:latin typeface="Quicksand" pitchFamily="2" charset="0"/>
              </a:rPr>
              <a:t>chính</a:t>
            </a:r>
            <a:r>
              <a:rPr lang="en-US" sz="4000" dirty="0">
                <a:latin typeface="Quicksand" pitchFamily="2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B80DF-2665-0D9F-CC2B-AD224802B1E1}"/>
              </a:ext>
            </a:extLst>
          </p:cNvPr>
          <p:cNvSpPr txBox="1"/>
          <p:nvPr/>
        </p:nvSpPr>
        <p:spPr>
          <a:xfrm>
            <a:off x="4988688" y="1688229"/>
            <a:ext cx="6157731" cy="340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rgbClr val="C00000"/>
                </a:solidFill>
                <a:latin typeface="Quicksand" pitchFamily="2" charset="0"/>
              </a:rPr>
              <a:t> CẢM BIẾN PYD 1378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Quicksand" pitchFamily="2" charset="0"/>
              </a:rPr>
              <a:t> CÁC NGUỒN NHIỄU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Quicksand" pitchFamily="2" charset="0"/>
              </a:rPr>
              <a:t> NHIỄU ĐIỆN LƯỚI 50 Hz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1. CẢM BIẾN PYD 1378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868680"/>
            <a:ext cx="557784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Cảm biến hồng ngoại thụ động PYD 1378: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Đầu thu nhiệt điện 2 phần tử A, B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FET lặp nguồn tích hợp, 3 chân D, S, G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Chỉ đáp ứng khi bức xạ thay đổi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Dùng để phát hiện người chuyển động</a:t>
            </a:r>
            <a:endParaRPr lang="en-US" sz="2000" dirty="0">
              <a:latin typeface="Quicksand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Thông số chính: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Độ nhạy: 4 kV/W tại 1 Hz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Nhiễu: 20 µVpp (0,3–10 Hz)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Nguồn cấp: 2–15 V (dùng 3,3 V)</a:t>
            </a:r>
            <a:endParaRPr lang="en-US" sz="2000" dirty="0">
              <a:latin typeface="Quicksand" pitchFamily="2" charset="0"/>
            </a:endParaRPr>
          </a:p>
        </p:txBody>
      </p:sp>
      <p:pic>
        <p:nvPicPr>
          <p:cNvPr id="901" name="Picture 900" descr="cok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577840" cy="30797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6263640" y="4542828"/>
            <a:ext cx="5577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Cấu tạo và sơ đồ chân của PYD 1378</a:t>
            </a:r>
            <a:endParaRPr lang="vi-VN" sz="16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1. CẢM BIẾN PYD 1378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868680"/>
            <a:ext cx="539496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Đầu ra: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Chân S: 0,2–1,55 V DC + tín hiệu vài mV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Sau khuếch đại, lọc: 0–3 V, nghỉ 1,5 V</a:t>
            </a:r>
            <a:endParaRPr lang="en-US" sz="2000" dirty="0">
              <a:latin typeface="Quicksand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Giới hạn đo: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Dải tần chuyển động: 0,1–10 Hz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Công suất tới: ≈ 5 nW – 0,55 µW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Không phát hiện vật đứng yên</a:t>
            </a:r>
            <a:endParaRPr lang="en-US" sz="2000" dirty="0">
              <a:latin typeface="Quicksand" pitchFamily="2" charset="0"/>
            </a:endParaRPr>
          </a:p>
        </p:txBody>
      </p:sp>
      <p:graphicFrame>
        <p:nvGraphicFramePr>
          <p:cNvPr id="901" name="Chart 900"/>
          <p:cNvGraphicFramePr>
            <a:graphicFrameLocks noGrp="1"/>
          </p:cNvGraphicFramePr>
          <p:nvPr/>
        </p:nvGraphicFramePr>
        <p:xfrm>
          <a:off x="6035040" y="914400"/>
          <a:ext cx="57607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6035040" y="4846320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Điện áp đầu ra mô phỏng với 5 kịch bản chuyển động</a:t>
            </a:r>
            <a:endParaRPr lang="vi-VN" sz="16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6">
            <a:extLst>
              <a:ext uri="{FF2B5EF4-FFF2-40B4-BE49-F238E27FC236}">
                <a16:creationId xmlns:a16="http://schemas.microsoft.com/office/drawing/2014/main" id="{BD6422AF-ECC6-103E-EABD-19A1997EEECF}"/>
              </a:ext>
            </a:extLst>
          </p:cNvPr>
          <p:cNvSpPr txBox="1">
            <a:spLocks/>
          </p:cNvSpPr>
          <p:nvPr/>
        </p:nvSpPr>
        <p:spPr>
          <a:xfrm>
            <a:off x="4899708" y="716925"/>
            <a:ext cx="8098662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Quicksand" pitchFamily="34" charset="0"/>
                <a:ea typeface="Quicksand" pitchFamily="34" charset="0"/>
                <a:cs typeface="Quicksand" pitchFamily="34" charset="0"/>
              </a:defRPr>
            </a:lvl1pPr>
          </a:lstStyle>
          <a:p>
            <a:r>
              <a:rPr lang="en-US" sz="4000" dirty="0" err="1">
                <a:latin typeface="Quicksand" pitchFamily="2" charset="0"/>
              </a:rPr>
              <a:t>Nội</a:t>
            </a:r>
            <a:r>
              <a:rPr lang="en-US" sz="4000" dirty="0">
                <a:latin typeface="Quicksand" pitchFamily="2" charset="0"/>
              </a:rPr>
              <a:t> dung </a:t>
            </a:r>
            <a:r>
              <a:rPr lang="en-US" sz="4000" dirty="0" err="1">
                <a:latin typeface="Quicksand" pitchFamily="2" charset="0"/>
              </a:rPr>
              <a:t>chính</a:t>
            </a:r>
            <a:r>
              <a:rPr lang="en-US" sz="4000" dirty="0">
                <a:latin typeface="Quicksand" pitchFamily="2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B80DF-2665-0D9F-CC2B-AD224802B1E1}"/>
              </a:ext>
            </a:extLst>
          </p:cNvPr>
          <p:cNvSpPr txBox="1"/>
          <p:nvPr/>
        </p:nvSpPr>
        <p:spPr>
          <a:xfrm>
            <a:off x="4988688" y="1688229"/>
            <a:ext cx="6157731" cy="340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Quicksand" pitchFamily="2" charset="0"/>
              </a:rPr>
              <a:t> CẢM BIẾN PYD 1378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rgbClr val="C00000"/>
                </a:solidFill>
                <a:latin typeface="Quicksand" pitchFamily="2" charset="0"/>
              </a:rPr>
              <a:t> CÁC NGUỒN NHIỄU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Quicksand" pitchFamily="2" charset="0"/>
              </a:rPr>
              <a:t> NHIỄU ĐIỆN LƯỚI 50 Hz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2. CÁC NGUỒN NHIỄU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E8032-5C9C-D4FD-94AB-000B25CB3A88}"/>
              </a:ext>
            </a:extLst>
          </p:cNvPr>
          <p:cNvSpPr txBox="1"/>
          <p:nvPr/>
        </p:nvSpPr>
        <p:spPr>
          <a:xfrm>
            <a:off x="312162" y="730678"/>
            <a:ext cx="11514528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Các nguồn nhiễu cơ bản</a:t>
            </a:r>
            <a:endParaRPr lang="en-US" sz="2000" b="1" dirty="0">
              <a:solidFill>
                <a:srgbClr val="C00000"/>
              </a:solidFill>
              <a:latin typeface="Quicksand" pitchFamily="2" charset="0"/>
            </a:endParaRP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722376" y="1371600"/>
          <a:ext cx="10744200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2960"/>
                <a:gridCol w="3017520"/>
                <a:gridCol w="690372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STT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Nguồn nhiễu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Mô tả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Lệch mức nghỉ (bias)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Hằng số chưa biết, do lệch op-amp và sai số linh kiện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Trôi nền nhiệt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Nhiệt độ phòng, nắng, gió nóng thay đổi chậm (dưới 0,5 Hz)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Nhiễu nội tại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Nhiễu nhiệt, nhiễu 1/f của cảm biến, trùng dải tín hiệu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Nhiễu điện lưới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Nhiễu 50 Hz và các hài, cảm ứng trên dây nối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Nhiễu trắng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Nhiễu op-amp, điện trở và lượng tử hóa ADC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722376" y="4343400"/>
            <a:ext cx="10744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Phần 3 phân tích nhiễu điện lưới: nguồn có cấu trúc rõ nhất trong 4 nguồn có cấu trúc</a:t>
            </a:r>
            <a:endParaRPr lang="vi-VN" sz="16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6">
            <a:extLst>
              <a:ext uri="{FF2B5EF4-FFF2-40B4-BE49-F238E27FC236}">
                <a16:creationId xmlns:a16="http://schemas.microsoft.com/office/drawing/2014/main" id="{BD6422AF-ECC6-103E-EABD-19A1997EEECF}"/>
              </a:ext>
            </a:extLst>
          </p:cNvPr>
          <p:cNvSpPr txBox="1">
            <a:spLocks/>
          </p:cNvSpPr>
          <p:nvPr/>
        </p:nvSpPr>
        <p:spPr>
          <a:xfrm>
            <a:off x="4899708" y="716925"/>
            <a:ext cx="8098662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Quicksand" pitchFamily="34" charset="0"/>
                <a:ea typeface="Quicksand" pitchFamily="34" charset="0"/>
                <a:cs typeface="Quicksand" pitchFamily="34" charset="0"/>
              </a:defRPr>
            </a:lvl1pPr>
          </a:lstStyle>
          <a:p>
            <a:r>
              <a:rPr lang="en-US" sz="4000" dirty="0" err="1">
                <a:latin typeface="Quicksand" pitchFamily="2" charset="0"/>
              </a:rPr>
              <a:t>Nội</a:t>
            </a:r>
            <a:r>
              <a:rPr lang="en-US" sz="4000" dirty="0">
                <a:latin typeface="Quicksand" pitchFamily="2" charset="0"/>
              </a:rPr>
              <a:t> dung </a:t>
            </a:r>
            <a:r>
              <a:rPr lang="en-US" sz="4000" dirty="0" err="1">
                <a:latin typeface="Quicksand" pitchFamily="2" charset="0"/>
              </a:rPr>
              <a:t>chính</a:t>
            </a:r>
            <a:r>
              <a:rPr lang="en-US" sz="4000" dirty="0">
                <a:latin typeface="Quicksand" pitchFamily="2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B80DF-2665-0D9F-CC2B-AD224802B1E1}"/>
              </a:ext>
            </a:extLst>
          </p:cNvPr>
          <p:cNvSpPr txBox="1"/>
          <p:nvPr/>
        </p:nvSpPr>
        <p:spPr>
          <a:xfrm>
            <a:off x="4988688" y="1688229"/>
            <a:ext cx="6157731" cy="340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Quicksand" pitchFamily="2" charset="0"/>
              </a:rPr>
              <a:t> CẢM BIẾN PYD 1378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chemeClr val="bg1">
                    <a:lumMod val="50000"/>
                  </a:schemeClr>
                </a:solidFill>
                <a:latin typeface="Quicksand" pitchFamily="2" charset="0"/>
              </a:rPr>
              <a:t> CÁC NGUỒN NHIỄU</a:t>
            </a: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en-US" sz="2600" b="1" dirty="0">
                <a:solidFill>
                  <a:srgbClr val="C00000"/>
                </a:solidFill>
                <a:latin typeface="Quicksand" pitchFamily="2" charset="0"/>
              </a:rPr>
              <a:t> NHIỄU ĐIỆN LƯỚI 50 Hz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3. NHIỄU ĐIỆN LƯỚI 50 Hz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E8032-5C9C-D4FD-94AB-000B25CB3A88}"/>
              </a:ext>
            </a:extLst>
          </p:cNvPr>
          <p:cNvSpPr txBox="1"/>
          <p:nvPr/>
        </p:nvSpPr>
        <p:spPr>
          <a:xfrm>
            <a:off x="312162" y="730678"/>
            <a:ext cx="11514528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Chuỗi đo</a:t>
            </a:r>
            <a:endParaRPr lang="en-US" sz="2000" b="1" dirty="0">
              <a:solidFill>
                <a:srgbClr val="C00000"/>
              </a:solidFill>
              <a:latin typeface="Quicksand" pitchFamily="2" charset="0"/>
            </a:endParaRPr>
          </a:p>
        </p:txBody>
      </p:sp>
      <p:pic>
        <p:nvPicPr>
          <p:cNvPr id="901" name="Picture 900" descr="man-sensor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820" y="1074419"/>
            <a:ext cx="1325880" cy="13258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956494-E277-9B9D-1713-43110C8200A2}"/>
              </a:ext>
            </a:extLst>
          </p:cNvPr>
          <p:cNvSpPr/>
          <p:nvPr/>
        </p:nvSpPr>
        <p:spPr>
          <a:xfrm>
            <a:off x="548640" y="2331720"/>
            <a:ext cx="1920240" cy="594360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Quicksand" pitchFamily="2" charset="0"/>
              </a:rPr>
              <a:t>PYD 1378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CA79BA-2070-A421-DA11-6427BF799B42}"/>
              </a:ext>
            </a:extLst>
          </p:cNvPr>
          <p:cNvCxnSpPr>
            <a:cxnSpLocks/>
          </p:cNvCxnSpPr>
          <p:nvPr/>
        </p:nvCxnSpPr>
        <p:spPr>
          <a:xfrm>
            <a:off x="2468880" y="26289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2286000" y="2244852"/>
            <a:ext cx="1508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031739"/>
                </a:solidFill>
                <a:effectLst/>
                <a:latin typeface="Quicksand" pitchFamily="2" charset="0"/>
              </a:rPr>
              <a:t>V</a:t>
            </a:r>
            <a:r>
              <a:rPr lang="en-US" sz="1400" b="0" dirty="0" baseline="-25000">
                <a:solidFill>
                  <a:srgbClr val="031739"/>
                </a:solidFill>
                <a:effectLst/>
                <a:latin typeface="Quicksand" pitchFamily="2" charset="0"/>
              </a:rPr>
              <a:t>S</a:t>
            </a:r>
            <a:r>
              <a:rPr lang="en-US" sz="1400" b="0" dirty="0">
                <a:solidFill>
                  <a:srgbClr val="031739"/>
                </a:solidFill>
                <a:effectLst/>
                <a:latin typeface="Quicksand" pitchFamily="2" charset="0"/>
              </a:rPr>
              <a:t> ≈ 0,8 V</a:t>
            </a:r>
            <a:endParaRPr lang="vi-VN" sz="1600" dirty="0">
              <a:latin typeface="Quicksand" pitchFamily="2" charset="0"/>
            </a:endParaRPr>
          </a:p>
        </p:txBody>
      </p:sp>
      <p:pic>
        <p:nvPicPr>
          <p:cNvPr id="902" name="Picture 901" descr="sinusoi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3380" y="1348739"/>
            <a:ext cx="777240" cy="777240"/>
          </a:xfrm>
          <a:prstGeom prst="rect">
            <a:avLst/>
          </a:prstGeom>
        </p:spPr>
      </p:pic>
      <p:sp>
        <p:nvSpPr>
          <p:cNvPr id="903" name="Rectangle 2">
            <a:extLst>
              <a:ext uri="{FF2B5EF4-FFF2-40B4-BE49-F238E27FC236}">
                <a16:creationId xmlns:a16="http://schemas.microsoft.com/office/drawing/2014/main" id="{82956494-E277-9B9D-1713-43110C8200A2}"/>
              </a:ext>
            </a:extLst>
          </p:cNvPr>
          <p:cNvSpPr/>
          <p:nvPr/>
        </p:nvSpPr>
        <p:spPr>
          <a:xfrm>
            <a:off x="3611880" y="2331720"/>
            <a:ext cx="1920240" cy="594360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Quicksand" pitchFamily="2" charset="0"/>
              </a:rPr>
              <a:t>Khuếch đại, lọc</a:t>
            </a:r>
          </a:p>
        </p:txBody>
      </p:sp>
      <p:cxnSp>
        <p:nvCxnSpPr>
          <p:cNvPr id="904" name="Straight Arrow Connector 12">
            <a:extLst>
              <a:ext uri="{FF2B5EF4-FFF2-40B4-BE49-F238E27FC236}">
                <a16:creationId xmlns:a16="http://schemas.microsoft.com/office/drawing/2014/main" id="{83CA79BA-2070-A421-DA11-6427BF799B42}"/>
              </a:ext>
            </a:extLst>
          </p:cNvPr>
          <p:cNvCxnSpPr>
            <a:cxnSpLocks/>
          </p:cNvCxnSpPr>
          <p:nvPr/>
        </p:nvCxnSpPr>
        <p:spPr>
          <a:xfrm>
            <a:off x="5532120" y="26289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5349240" y="2244852"/>
            <a:ext cx="1508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031739"/>
                </a:solidFill>
                <a:effectLst/>
                <a:latin typeface="Quicksand" pitchFamily="2" charset="0"/>
              </a:rPr>
              <a:t>OUT 0–3 V</a:t>
            </a:r>
            <a:endParaRPr lang="vi-VN" sz="1600" dirty="0">
              <a:latin typeface="Quicksand" pitchFamily="2" charset="0"/>
            </a:endParaRPr>
          </a:p>
        </p:txBody>
      </p:sp>
      <p:pic>
        <p:nvPicPr>
          <p:cNvPr id="906" name="Picture 905" descr="chip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8040" y="1280160"/>
            <a:ext cx="914400" cy="914400"/>
          </a:xfrm>
          <a:prstGeom prst="rect">
            <a:avLst/>
          </a:prstGeom>
        </p:spPr>
      </p:pic>
      <p:sp>
        <p:nvSpPr>
          <p:cNvPr id="907" name="Rectangle 2">
            <a:extLst>
              <a:ext uri="{FF2B5EF4-FFF2-40B4-BE49-F238E27FC236}">
                <a16:creationId xmlns:a16="http://schemas.microsoft.com/office/drawing/2014/main" id="{82956494-E277-9B9D-1713-43110C8200A2}"/>
              </a:ext>
            </a:extLst>
          </p:cNvPr>
          <p:cNvSpPr/>
          <p:nvPr/>
        </p:nvSpPr>
        <p:spPr>
          <a:xfrm>
            <a:off x="6675120" y="2331720"/>
            <a:ext cx="1920240" cy="594360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Quicksand" pitchFamily="2" charset="0"/>
              </a:rPr>
              <a:t>ADC 12 bit</a:t>
            </a:r>
          </a:p>
        </p:txBody>
      </p:sp>
      <p:cxnSp>
        <p:nvCxnSpPr>
          <p:cNvPr id="908" name="Straight Arrow Connector 12">
            <a:extLst>
              <a:ext uri="{FF2B5EF4-FFF2-40B4-BE49-F238E27FC236}">
                <a16:creationId xmlns:a16="http://schemas.microsoft.com/office/drawing/2014/main" id="{83CA79BA-2070-A421-DA11-6427BF799B42}"/>
              </a:ext>
            </a:extLst>
          </p:cNvPr>
          <p:cNvCxnSpPr>
            <a:cxnSpLocks/>
          </p:cNvCxnSpPr>
          <p:nvPr/>
        </p:nvCxnSpPr>
        <p:spPr>
          <a:xfrm>
            <a:off x="8595360" y="26289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9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8412480" y="2244852"/>
            <a:ext cx="1508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031739"/>
                </a:solidFill>
                <a:effectLst/>
                <a:latin typeface="Quicksand" pitchFamily="2" charset="0"/>
              </a:rPr>
              <a:t>z[n]</a:t>
            </a:r>
            <a:endParaRPr lang="vi-VN" sz="1600" dirty="0">
              <a:latin typeface="Quicksand" pitchFamily="2" charset="0"/>
            </a:endParaRPr>
          </a:p>
        </p:txBody>
      </p:sp>
      <p:pic>
        <p:nvPicPr>
          <p:cNvPr id="910" name="Picture 909" descr="laptop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41280" y="1280160"/>
            <a:ext cx="914400" cy="914400"/>
          </a:xfrm>
          <a:prstGeom prst="rect">
            <a:avLst/>
          </a:prstGeom>
        </p:spPr>
      </p:pic>
      <p:sp>
        <p:nvSpPr>
          <p:cNvPr id="911" name="Rectangle 2">
            <a:extLst>
              <a:ext uri="{FF2B5EF4-FFF2-40B4-BE49-F238E27FC236}">
                <a16:creationId xmlns:a16="http://schemas.microsoft.com/office/drawing/2014/main" id="{82956494-E277-9B9D-1713-43110C8200A2}"/>
              </a:ext>
            </a:extLst>
          </p:cNvPr>
          <p:cNvSpPr/>
          <p:nvPr/>
        </p:nvSpPr>
        <p:spPr>
          <a:xfrm>
            <a:off x="9738360" y="2331720"/>
            <a:ext cx="1920240" cy="594360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Quicksand" pitchFamily="2" charset="0"/>
              </a:rPr>
              <a:t>Xử lý số</a:t>
            </a:r>
          </a:p>
        </p:txBody>
      </p:sp>
      <p:pic>
        <p:nvPicPr>
          <p:cNvPr id="912" name="Picture 911" descr="power-plug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0340" y="3337560"/>
            <a:ext cx="640080" cy="640080"/>
          </a:xfrm>
          <a:prstGeom prst="rect">
            <a:avLst/>
          </a:prstGeom>
        </p:spPr>
      </p:pic>
      <p:cxnSp>
        <p:nvCxnSpPr>
          <p:cNvPr id="913" name="Straight Arrow Connector 12">
            <a:extLst>
              <a:ext uri="{FF2B5EF4-FFF2-40B4-BE49-F238E27FC236}">
                <a16:creationId xmlns:a16="http://schemas.microsoft.com/office/drawing/2014/main" id="{83CA79BA-2070-A421-DA11-6427BF799B42}"/>
              </a:ext>
            </a:extLst>
          </p:cNvPr>
          <p:cNvCxnSpPr>
            <a:cxnSpLocks/>
          </p:cNvCxnSpPr>
          <p:nvPr/>
        </p:nvCxnSpPr>
        <p:spPr>
          <a:xfrm flipV="1">
            <a:off x="3040380" y="2656332"/>
            <a:ext cx="0" cy="681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3314700" y="3474720"/>
            <a:ext cx="1737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C00000"/>
                </a:solidFill>
                <a:effectLst/>
                <a:latin typeface="Quicksand" pitchFamily="2" charset="0"/>
              </a:rPr>
              <a:t>Nhiễu 50 Hz</a:t>
            </a:r>
            <a:endParaRPr lang="vi-VN" sz="1600" dirty="0">
              <a:latin typeface="Quicksand" pitchFamily="2" charset="0"/>
            </a:endParaRPr>
          </a:p>
        </p:txBody>
      </p:sp>
      <p:sp>
        <p:nvSpPr>
          <p:cNvPr id="91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6492240" y="2971799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031739"/>
                </a:solidFill>
                <a:effectLst/>
                <a:latin typeface="Quicksand" pitchFamily="2" charset="0"/>
              </a:rPr>
              <a:t>f</a:t>
            </a:r>
            <a:r>
              <a:rPr lang="en-US" sz="1400" b="0" dirty="0" baseline="-25000">
                <a:solidFill>
                  <a:srgbClr val="031739"/>
                </a:solidFill>
                <a:effectLst/>
                <a:latin typeface="Quicksand" pitchFamily="2" charset="0"/>
              </a:rPr>
              <a:t>s</a:t>
            </a:r>
            <a:r>
              <a:rPr lang="en-US" sz="1400" b="0" dirty="0">
                <a:solidFill>
                  <a:srgbClr val="031739"/>
                </a:solidFill>
                <a:effectLst/>
                <a:latin typeface="Quicksand" pitchFamily="2" charset="0"/>
              </a:rPr>
              <a:t> = 200 Hz</a:t>
            </a:r>
            <a:endParaRPr lang="vi-VN" sz="1600" dirty="0">
              <a:latin typeface="Quicksand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3886200"/>
            <a:ext cx="576072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Vì sao chọn nhiễu điện lưới: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Tuần hoàn, tần số biết trước: 50 Hz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Cấu trúc rõ ở cả hai miền: hình sin, vạch phổ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Quyết định cách chọn f</a:t>
            </a:r>
            <a:r>
              <a:rPr lang="en-US" sz="2000" dirty="0" baseline="-25000">
                <a:latin typeface="Quicksand" pitchFamily="2" charset="0"/>
              </a:rPr>
              <a:t>s</a:t>
            </a:r>
            <a:r>
              <a:rPr lang="en-US" sz="2000" dirty="0">
                <a:latin typeface="Quicksand" pitchFamily="2" charset="0"/>
              </a:rPr>
              <a:t> (chồng phổ)</a:t>
            </a:r>
            <a:endParaRPr lang="en-US" sz="2000" dirty="0">
              <a:latin typeface="Quicksand" pitchFamily="2" charset="0"/>
            </a:endParaRPr>
          </a:p>
        </p:txBody>
      </p:sp>
      <p:sp>
        <p:nvSpPr>
          <p:cNvPr id="9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6355080" y="3886200"/>
            <a:ext cx="548640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Nguồn gốc: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Cảm ứng lên dây nối và cực cổng 68 GΩ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Kèm các hài 100 Hz, 150 Hz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Lọc analog giảm 47 dB, không loại hết</a:t>
            </a:r>
            <a:endParaRPr lang="en-US" sz="20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3. NHIỄU ĐIỆN LƯỚI 50 Hz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868680"/>
            <a:ext cx="585216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Mô hình số đo tại OUT:</a:t>
            </a:r>
            <a:endParaRPr lang="en-US" sz="2000" dirty="0">
              <a:latin typeface="Quicksand" pitchFamily="2" charset="0"/>
            </a:endParaRPr>
          </a:p>
        </p:txBody>
      </p:sp>
      <p:sp>
        <p:nvSpPr>
          <p:cNvPr id="901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1371600"/>
            <a:ext cx="603504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Quicksand" pitchFamily="2" charset="0"/>
              </a:rPr>
              <a:t>z[n] = x[n] + b[n] + c[n] + m[n] + v[n]</a:t>
            </a:r>
            <a:endParaRPr lang="en-US" sz="2000" dirty="0">
              <a:latin typeface="Quicksand" pitchFamily="2" charset="0"/>
            </a:endParaRPr>
          </a:p>
        </p:txBody>
      </p:sp>
      <p:sp>
        <p:nvSpPr>
          <p:cNvPr id="902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1965960"/>
            <a:ext cx="585216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x[n]: tín hiệu chuyển động (cần ước lượng)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b[n]: mức nghỉ 1,5 V, lệch và trôi nền nhiệt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c[n]: nhiễu nội tại (nhiễu màu)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v[n]: nhiễu trắng (op-amp, lượng tử hóa)</a:t>
            </a:r>
            <a:endParaRPr lang="en-US" sz="2000" dirty="0">
              <a:latin typeface="Quicksand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Nhiễu điện lưới: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m[n] = 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 cos(ω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n + Φ), 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 = 2π·50/f</a:t>
            </a:r>
            <a:r>
              <a:rPr lang="en-US" sz="2000" dirty="0" baseline="-25000">
                <a:latin typeface="Quicksand" pitchFamily="2" charset="0"/>
              </a:rPr>
              <a:t>s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: biên độ chưa biết, ước lượng ở M2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Φ ~ U[0, 2π): mỗi lần đo một pha khác nhau</a:t>
            </a:r>
            <a:endParaRPr lang="en-US" sz="2000" dirty="0">
              <a:latin typeface="Quicksand" pitchFamily="2" charset="0"/>
            </a:endParaRPr>
          </a:p>
        </p:txBody>
      </p:sp>
      <p:graphicFrame>
        <p:nvGraphicFramePr>
          <p:cNvPr id="903" name="Chart 902"/>
          <p:cNvGraphicFramePr>
            <a:graphicFrameLocks noGrp="1"/>
          </p:cNvGraphicFramePr>
          <p:nvPr/>
        </p:nvGraphicFramePr>
        <p:xfrm>
          <a:off x="6446520" y="914400"/>
          <a:ext cx="5394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6446520" y="5029200"/>
            <a:ext cx="5394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Ba thể hiện: cùng tần số 50 Hz, khác pha Φ</a:t>
            </a:r>
            <a:endParaRPr lang="vi-VN" sz="16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3. NHIỄU ĐIỆN LƯỚI 50 Hz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868680"/>
            <a:ext cx="640080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Kiểm tra WSS (Buổi 2):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µ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[n] = E[A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 cos(ω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n + Φ)] = 0: hằng số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R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[n</a:t>
            </a:r>
            <a:r>
              <a:rPr lang="en-US" sz="2000" dirty="0" baseline="-25000">
                <a:latin typeface="Quicksand" pitchFamily="2" charset="0"/>
              </a:rPr>
              <a:t>1</a:t>
            </a:r>
            <a:r>
              <a:rPr lang="en-US" sz="2000" dirty="0">
                <a:latin typeface="Quicksand" pitchFamily="2" charset="0"/>
              </a:rPr>
              <a:t>, n</a:t>
            </a:r>
            <a:r>
              <a:rPr lang="en-US" sz="2000" dirty="0" baseline="-25000">
                <a:latin typeface="Quicksand" pitchFamily="2" charset="0"/>
              </a:rPr>
              <a:t>2</a:t>
            </a:r>
            <a:r>
              <a:rPr lang="en-US" sz="2000" dirty="0">
                <a:latin typeface="Quicksand" pitchFamily="2" charset="0"/>
              </a:rPr>
              <a:t>] = (A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 baseline="30000">
                <a:latin typeface="Quicksand" pitchFamily="2" charset="0"/>
              </a:rPr>
              <a:t>2</a:t>
            </a:r>
            <a:r>
              <a:rPr lang="en-US" sz="2000" dirty="0">
                <a:latin typeface="Quicksand" pitchFamily="2" charset="0"/>
              </a:rPr>
              <a:t>/2) cos(ω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(n</a:t>
            </a:r>
            <a:r>
              <a:rPr lang="en-US" sz="2000" dirty="0" baseline="-25000">
                <a:latin typeface="Quicksand" pitchFamily="2" charset="0"/>
              </a:rPr>
              <a:t>1</a:t>
            </a:r>
            <a:r>
              <a:rPr lang="en-US" sz="2000" dirty="0">
                <a:latin typeface="Quicksand" pitchFamily="2" charset="0"/>
              </a:rPr>
              <a:t> − n</a:t>
            </a:r>
            <a:r>
              <a:rPr lang="en-US" sz="2000" dirty="0" baseline="-25000">
                <a:latin typeface="Quicksand" pitchFamily="2" charset="0"/>
              </a:rPr>
              <a:t>2</a:t>
            </a:r>
            <a:r>
              <a:rPr lang="en-US" sz="2000" dirty="0">
                <a:latin typeface="Quicksand" pitchFamily="2" charset="0"/>
              </a:rPr>
              <a:t>))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Chỉ phụ thuộc l = n</a:t>
            </a:r>
            <a:r>
              <a:rPr lang="en-US" sz="2000" dirty="0" baseline="-25000">
                <a:latin typeface="Quicksand" pitchFamily="2" charset="0"/>
              </a:rPr>
              <a:t>1</a:t>
            </a:r>
            <a:r>
              <a:rPr lang="en-US" sz="2000" dirty="0">
                <a:latin typeface="Quicksand" pitchFamily="2" charset="0"/>
              </a:rPr>
              <a:t> − n</a:t>
            </a:r>
            <a:r>
              <a:rPr lang="en-US" sz="2000" dirty="0" baseline="-25000">
                <a:latin typeface="Quicksand" pitchFamily="2" charset="0"/>
              </a:rPr>
              <a:t>2</a:t>
            </a:r>
            <a:r>
              <a:rPr lang="en-US" sz="2000" dirty="0">
                <a:latin typeface="Quicksand" pitchFamily="2" charset="0"/>
              </a:rPr>
              <a:t>: R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[l] = (A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 baseline="30000">
                <a:latin typeface="Quicksand" pitchFamily="2" charset="0"/>
              </a:rPr>
              <a:t>2</a:t>
            </a:r>
            <a:r>
              <a:rPr lang="en-US" sz="2000" dirty="0">
                <a:latin typeface="Quicksand" pitchFamily="2" charset="0"/>
              </a:rPr>
              <a:t>/2) cos(ω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l)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σ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 baseline="30000">
                <a:latin typeface="Quicksand" pitchFamily="2" charset="0"/>
              </a:rPr>
              <a:t>2</a:t>
            </a:r>
            <a:r>
              <a:rPr lang="en-US" sz="2000" dirty="0">
                <a:latin typeface="Quicksand" pitchFamily="2" charset="0"/>
              </a:rPr>
              <a:t> = R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[0] = 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 baseline="30000">
                <a:latin typeface="Quicksand" pitchFamily="2" charset="0"/>
              </a:rPr>
              <a:t>2</a:t>
            </a:r>
            <a:r>
              <a:rPr lang="en-US" sz="2000" dirty="0">
                <a:latin typeface="Quicksand" pitchFamily="2" charset="0"/>
              </a:rPr>
              <a:t>/2: hằng số → m[n] là WSS</a:t>
            </a:r>
            <a:endParaRPr lang="en-US" sz="2000" dirty="0">
              <a:latin typeface="Quicksand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Trí nhớ của nhiễu: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ρ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[l] = cos(ω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l): không tắt dần, lặp theo chu kỳ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Khác nhiễu trắng (ρ = 0), nhiễu màu (giảm dần)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Một bản ghi đủ dài cho đúng R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[l] (ergodic)</a:t>
            </a:r>
            <a:endParaRPr lang="en-US" sz="2000" dirty="0">
              <a:latin typeface="Quicksand" pitchFamily="2" charset="0"/>
            </a:endParaRPr>
          </a:p>
        </p:txBody>
      </p:sp>
      <p:graphicFrame>
        <p:nvGraphicFramePr>
          <p:cNvPr id="901" name="Chart 900"/>
          <p:cNvGraphicFramePr>
            <a:graphicFrameLocks noGrp="1"/>
          </p:cNvGraphicFramePr>
          <p:nvPr/>
        </p:nvGraphicFramePr>
        <p:xfrm>
          <a:off x="6949440" y="914400"/>
          <a:ext cx="4892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6949440" y="5029200"/>
            <a:ext cx="489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Tự tương quan chuẩn hóa ρ[l] (f</a:t>
            </a:r>
            <a:r>
              <a:rPr lang="en-US" sz="1600" b="0" dirty="0" baseline="-25000">
                <a:solidFill>
                  <a:srgbClr val="031739"/>
                </a:solidFill>
                <a:effectLst/>
                <a:latin typeface="Quicksand" pitchFamily="2" charset="0"/>
              </a:rPr>
              <a:t>s</a:t>
            </a:r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 = 200 Hz)</a:t>
            </a:r>
            <a:endParaRPr lang="vi-VN" sz="16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3. NHIỄU ĐIỆN LƯỚI 50 Hz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868680"/>
            <a:ext cx="557784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Phổ của m[n]: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S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(e</a:t>
            </a:r>
            <a:r>
              <a:rPr lang="en-US" sz="2000" dirty="0" baseline="30000">
                <a:latin typeface="Quicksand" pitchFamily="2" charset="0"/>
              </a:rPr>
              <a:t>jω</a:t>
            </a:r>
            <a:r>
              <a:rPr lang="en-US" sz="2000" dirty="0">
                <a:latin typeface="Quicksand" pitchFamily="2" charset="0"/>
              </a:rPr>
              <a:t>) = (πA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 baseline="30000">
                <a:latin typeface="Quicksand" pitchFamily="2" charset="0"/>
              </a:rPr>
              <a:t>2</a:t>
            </a:r>
            <a:r>
              <a:rPr lang="en-US" sz="2000" dirty="0">
                <a:latin typeface="Quicksand" pitchFamily="2" charset="0"/>
              </a:rPr>
              <a:t>/2)[δ(ω − 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) + δ(ω + 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)]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Hai vạch tại ±ω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 = ±π/2 (f</a:t>
            </a:r>
            <a:r>
              <a:rPr lang="en-US" sz="2000" dirty="0" baseline="-25000">
                <a:latin typeface="Quicksand" pitchFamily="2" charset="0"/>
              </a:rPr>
              <a:t>s</a:t>
            </a:r>
            <a:r>
              <a:rPr lang="en-US" sz="2000" dirty="0">
                <a:latin typeface="Quicksand" pitchFamily="2" charset="0"/>
              </a:rPr>
              <a:t> = 200 Hz)</a:t>
            </a:r>
            <a:endParaRPr lang="en-US" sz="2000" dirty="0">
              <a:latin typeface="Quicksand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PSD dự kiến của z[n]: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Nền phẳng: nhiễu trắng v[n]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Bướu tại 0: x[n], c[n] và trôi b[n]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Vạch tại 0: mức nghỉ, lệch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Vạch tại ±π/2: điện lưới; tại π: hài 100 Hz</a:t>
            </a:r>
            <a:endParaRPr lang="en-US" sz="2000" dirty="0">
              <a:latin typeface="Quicksand" pitchFamily="2" charset="0"/>
            </a:endParaRPr>
          </a:p>
        </p:txBody>
      </p:sp>
      <p:graphicFrame>
        <p:nvGraphicFramePr>
          <p:cNvPr id="901" name="Chart 900"/>
          <p:cNvGraphicFramePr>
            <a:graphicFrameLocks noGrp="1"/>
          </p:cNvGraphicFramePr>
          <p:nvPr/>
        </p:nvGraphicFramePr>
        <p:xfrm>
          <a:off x="6126480" y="914400"/>
          <a:ext cx="57150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6126480" y="5029200"/>
            <a:ext cx="5715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Phác PSD dự kiến của z[n] (định tính, 0 ≤ ω ≤ π)</a:t>
            </a:r>
            <a:endParaRPr lang="vi-VN" sz="16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3. NHIỄU ĐIỆN LƯỚI 50 Hz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868680"/>
            <a:ext cx="566928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Chọn f</a:t>
            </a:r>
            <a:r>
              <a:rPr lang="en-US" sz="2000" b="1" dirty="0" baseline="-25000">
                <a:solidFill>
                  <a:srgbClr val="C00000"/>
                </a:solidFill>
                <a:latin typeface="Quicksand" pitchFamily="2" charset="0"/>
              </a:rPr>
              <a:t>s</a:t>
            </a: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 = 200 Hz: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Tín hiệu ≤ 10 Hz → ω ≤ 0,1π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50 Hz → ω</a:t>
            </a:r>
            <a:r>
              <a:rPr lang="en-US" sz="2000" dirty="0" baseline="-25000">
                <a:latin typeface="Quicksand" pitchFamily="2" charset="0"/>
              </a:rPr>
              <a:t>0</a:t>
            </a:r>
            <a:r>
              <a:rPr lang="en-US" sz="2000" dirty="0">
                <a:latin typeface="Quicksand" pitchFamily="2" charset="0"/>
              </a:rPr>
              <a:t> = 2π·50/200 = π/2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Chống chồng phổ: lọc analog trước ADC</a:t>
            </a:r>
            <a:endParaRPr lang="en-US" sz="2000" dirty="0">
              <a:latin typeface="Quicksand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Bẫy chồng phổ: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f</a:t>
            </a:r>
            <a:r>
              <a:rPr lang="en-US" sz="2000" dirty="0" baseline="-25000">
                <a:latin typeface="Quicksand" pitchFamily="2" charset="0"/>
              </a:rPr>
              <a:t>s</a:t>
            </a:r>
            <a:r>
              <a:rPr lang="en-US" sz="2000" dirty="0">
                <a:latin typeface="Quicksand" pitchFamily="2" charset="0"/>
              </a:rPr>
              <a:t> = 50 Hz: 50 Hz chồng về ω = 0, giống bias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f</a:t>
            </a:r>
            <a:r>
              <a:rPr lang="en-US" sz="2000" dirty="0" baseline="-25000">
                <a:latin typeface="Quicksand" pitchFamily="2" charset="0"/>
              </a:rPr>
              <a:t>s</a:t>
            </a:r>
            <a:r>
              <a:rPr lang="en-US" sz="2000" dirty="0">
                <a:latin typeface="Quicksand" pitchFamily="2" charset="0"/>
              </a:rPr>
              <a:t> = 100 Hz: 50 Hz rơi đúng ω = π</a:t>
            </a:r>
            <a:endParaRPr lang="en-US" sz="2000" dirty="0">
              <a:latin typeface="Quicksand" pitchFamily="2" charset="0"/>
            </a:endParaRP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63640" y="1005840"/>
          <a:ext cx="5532120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65960"/>
                <a:gridCol w="1325880"/>
                <a:gridCol w="224028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Thành phần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f [Hz]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ω [rad/mẫu]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Chuyển động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0,15–6,7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0,0015π–0,067π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Điện lưới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π/2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Hài bậc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π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Hài bậc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chồng về π/2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EMI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chồng về 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6263640" y="3886200"/>
            <a:ext cx="5532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Đổi tần số theo ω = 2πf/f</a:t>
            </a:r>
            <a:r>
              <a:rPr lang="en-US" sz="1600" b="0" dirty="0" baseline="-25000">
                <a:solidFill>
                  <a:srgbClr val="031739"/>
                </a:solidFill>
                <a:effectLst/>
                <a:latin typeface="Quicksand" pitchFamily="2" charset="0"/>
              </a:rPr>
              <a:t>s</a:t>
            </a:r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 với f</a:t>
            </a:r>
            <a:r>
              <a:rPr lang="en-US" sz="1600" b="0" dirty="0" baseline="-25000">
                <a:solidFill>
                  <a:srgbClr val="031739"/>
                </a:solidFill>
                <a:effectLst/>
                <a:latin typeface="Quicksand" pitchFamily="2" charset="0"/>
              </a:rPr>
              <a:t>s</a:t>
            </a:r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 = 200 Hz</a:t>
            </a:r>
            <a:endParaRPr lang="vi-VN" sz="16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3. NHIỄU ĐIỆN LƯỚI 50 Hz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E8032-5C9C-D4FD-94AB-000B25CB3A88}"/>
              </a:ext>
            </a:extLst>
          </p:cNvPr>
          <p:cNvSpPr txBox="1"/>
          <p:nvPr/>
        </p:nvSpPr>
        <p:spPr>
          <a:xfrm>
            <a:off x="312162" y="730678"/>
            <a:ext cx="11514528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Chế độ vận hành và giả thiết dừng</a:t>
            </a:r>
            <a:endParaRPr lang="en-US" sz="2000" b="1" dirty="0">
              <a:solidFill>
                <a:srgbClr val="C00000"/>
              </a:solidFill>
              <a:latin typeface="Quicksand" pitchFamily="2" charset="0"/>
            </a:endParaRP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722376" y="1371600"/>
          <a:ext cx="10744200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91840"/>
                <a:gridCol w="3931920"/>
                <a:gridCol w="352044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Chế độ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Đặc điểm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z[n] có WSS không?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Nghỉ, nền ổn định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x[n] = 0, b[n] hằng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Có: dùng để hiệu chuẩn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Người đi qua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x[n] là chuỗi xung vài giây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Không: chỉ dừng cục bộ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Nền nhiệt thay đổi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b[n] trôi theo thời gian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Không: trung bình đổi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Vừa bật nguồn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Quá độ khoảng 2,4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Không: dừng tiệm cận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Thiết bị điện bật, tắt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A</a:t>
                      </a:r>
                      <a:r>
                        <a:rPr sz="1800" b="0" baseline="-25000">
                          <a:latin typeface="Quicksand"/>
                        </a:rPr>
                        <a:t>m</a:t>
                      </a:r>
                      <a:r>
                        <a:rPr sz="1800" b="0">
                          <a:latin typeface="Quicksand"/>
                        </a:rPr>
                        <a:t> thay đổi đột ngột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Không: đổi điểm làm việc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1CFC19-2243-C088-4D7F-024D357C536E}"/>
              </a:ext>
            </a:extLst>
          </p:cNvPr>
          <p:cNvSpPr txBox="1"/>
          <p:nvPr/>
        </p:nvSpPr>
        <p:spPr>
          <a:xfrm>
            <a:off x="722376" y="4343400"/>
            <a:ext cx="10744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Riêng m[n] luôn WSS khi biên độ A</a:t>
            </a:r>
            <a:r>
              <a:rPr lang="en-US" sz="1600" b="0" dirty="0" baseline="-25000">
                <a:solidFill>
                  <a:srgbClr val="031739"/>
                </a:solidFill>
                <a:effectLst/>
                <a:latin typeface="Quicksand" pitchFamily="2" charset="0"/>
              </a:rPr>
              <a:t>m</a:t>
            </a:r>
            <a:r>
              <a:rPr lang="en-US" sz="1600" b="0" dirty="0">
                <a:solidFill>
                  <a:srgbClr val="031739"/>
                </a:solidFill>
                <a:effectLst/>
                <a:latin typeface="Quicksand" pitchFamily="2" charset="0"/>
              </a:rPr>
              <a:t> không đổi</a:t>
            </a:r>
            <a:endParaRPr lang="vi-VN" sz="16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3. NHIỄU ĐIỆN LƯỚI 50 Hz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411480" y="868680"/>
            <a:ext cx="603504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Câu hỏi cần trả lời: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Có thành phần tuần hoàn nào? 50 Hz và các hài; x[n] cũng gần tuần hoàn (0,15–6,7 Hz)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Sau lọc analog, 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 ở OUT có lớn hơn 1 LSB (0,81 mV)?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Hai phần tử A, B “đồng ý” khi nền đổi đều, khác nhau khi người đi qua</a:t>
            </a:r>
            <a:endParaRPr lang="en-US" sz="2000" dirty="0">
              <a:latin typeface="Quicksand" pitchFamily="2" charset="0"/>
            </a:endParaRPr>
          </a:p>
        </p:txBody>
      </p:sp>
      <p:sp>
        <p:nvSpPr>
          <p:cNvPr id="901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6583680" y="868680"/>
            <a:ext cx="530352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Metric: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Mức 50 Hz còn lại sau xử lý [dB]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RMSE của x[n] ước lượng so với ground truth [mV]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SNR trước và sau xử lý [dB]</a:t>
            </a:r>
            <a:endParaRPr lang="en-US" sz="20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D2E6B98-F57E-E0CD-A9F9-009CDDE8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Quicksand" pitchFamily="2" charset="0"/>
              </a:rPr>
              <a:t>3. NHIỄU ĐIỆN LƯỚI 50 Hz</a:t>
            </a:r>
            <a:endParaRPr lang="en-US" dirty="0"/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E8032-5C9C-D4FD-94AB-000B25CB3A88}"/>
              </a:ext>
            </a:extLst>
          </p:cNvPr>
          <p:cNvSpPr txBox="1"/>
          <p:nvPr/>
        </p:nvSpPr>
        <p:spPr>
          <a:xfrm>
            <a:off x="312162" y="730678"/>
            <a:ext cx="11514528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Quicksand" pitchFamily="2" charset="0"/>
              </a:rPr>
              <a:t>Kế hoạch dữ liệu: mô phỏng Python, seed cố định</a:t>
            </a:r>
            <a:endParaRPr lang="en-US" sz="2000" b="1" dirty="0">
              <a:solidFill>
                <a:srgbClr val="C00000"/>
              </a:solidFill>
              <a:latin typeface="Quicksand" pitchFamily="2" charset="0"/>
            </a:endParaRP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722376" y="1371600"/>
          <a:ext cx="10744200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83280"/>
                <a:gridCol w="3108960"/>
                <a:gridCol w="425196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Chế độ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Số bản ghi × độ dài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Dùng để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Nghỉ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5 × 60 s (12 000 mẫu)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Ước lượng A</a:t>
                      </a:r>
                      <a:r>
                        <a:rPr sz="1800" b="0" baseline="-25000">
                          <a:latin typeface="Quicksand"/>
                        </a:rPr>
                        <a:t>m</a:t>
                      </a:r>
                      <a:r>
                        <a:rPr sz="1800" b="0">
                          <a:latin typeface="Quicksand"/>
                        </a:rPr>
                        <a:t>, ACF, PSD (M2)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Người đi qua (4 kịch bản)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20 × 30 s mỗi kịch bản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RMSE, SNR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Nền nhiệt thay đổi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20 × 30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Kiểm tra giả thiết dừng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latin typeface="Quicksand"/>
                        </a:rPr>
                        <a:t>A</a:t>
                      </a:r>
                      <a:r>
                        <a:rPr sz="1800" b="1" baseline="-25000">
                          <a:latin typeface="Quicksand"/>
                        </a:rPr>
                        <a:t>m</a:t>
                      </a:r>
                      <a:r>
                        <a:rPr sz="1800" b="1">
                          <a:latin typeface="Quicksand"/>
                        </a:rPr>
                        <a:t> thay đổi đột ngột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20 × 30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Quicksand"/>
                        </a:rPr>
                        <a:t>Có cần thích nghi không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CC84C0A-5889-C1D0-59E0-1C88304D7FF7}"/>
              </a:ext>
            </a:extLst>
          </p:cNvPr>
          <p:cNvSpPr txBox="1"/>
          <p:nvPr/>
        </p:nvSpPr>
        <p:spPr>
          <a:xfrm>
            <a:off x="722376" y="3977639"/>
            <a:ext cx="1074420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Ground truth: x[n] sạch từ mô hình cảm biến đã kiểm chứng trong LTspice</a:t>
            </a:r>
            <a:endParaRPr lang="en-US" sz="2000" dirty="0">
              <a:latin typeface="Quicksand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latin typeface="Quicksand" pitchFamily="2" charset="0"/>
              </a:rPr>
              <a:t>Tham số: datasheet PYD 1378, f</a:t>
            </a:r>
            <a:r>
              <a:rPr lang="en-US" sz="2000" dirty="0" baseline="-25000">
                <a:latin typeface="Quicksand" pitchFamily="2" charset="0"/>
              </a:rPr>
              <a:t>s</a:t>
            </a:r>
            <a:r>
              <a:rPr lang="en-US" sz="2000" dirty="0">
                <a:latin typeface="Quicksand" pitchFamily="2" charset="0"/>
              </a:rPr>
              <a:t> = 200 Hz, ADC 12 bit, A</a:t>
            </a:r>
            <a:r>
              <a:rPr lang="en-US" sz="2000" dirty="0" baseline="-25000">
                <a:latin typeface="Quicksand" pitchFamily="2" charset="0"/>
              </a:rPr>
              <a:t>m</a:t>
            </a:r>
            <a:r>
              <a:rPr lang="en-US" sz="2000" dirty="0">
                <a:latin typeface="Quicksand" pitchFamily="2" charset="0"/>
              </a:rPr>
              <a:t> đặt theo kịch bản</a:t>
            </a:r>
            <a:endParaRPr lang="en-US" sz="2000" dirty="0">
              <a:latin typeface="Quicksand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6">
            <a:extLst>
              <a:ext uri="{FF2B5EF4-FFF2-40B4-BE49-F238E27FC236}">
                <a16:creationId xmlns:a16="http://schemas.microsoft.com/office/drawing/2014/main" id="{340263C8-8720-5F48-C7E5-84085A966B97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Quicksand" pitchFamily="34" charset="0"/>
                <a:ea typeface="Quicksand" pitchFamily="34" charset="0"/>
                <a:cs typeface="Quicksand" pitchFamily="34" charset="0"/>
              </a:defRPr>
            </a:lvl1pPr>
          </a:lstStyle>
          <a:p>
            <a:r>
              <a:rPr lang="en-US" sz="6000" dirty="0">
                <a:latin typeface="Quicksand" pitchFamily="2" charset="0"/>
              </a:rPr>
              <a:t>THANK YOU !</a:t>
            </a:r>
          </a:p>
        </p:txBody>
      </p:sp>
      <p:sp>
        <p:nvSpPr>
          <p:cNvPr id="90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7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Thai Son 20212951</cp:lastModifiedBy>
  <cp:revision>16</cp:revision>
  <dcterms:created xsi:type="dcterms:W3CDTF">2021-05-28T04:32:29Z</dcterms:created>
  <dcterms:modified xsi:type="dcterms:W3CDTF">2026-10-18T07:24:55Z</dcterms:modified>
</cp:coreProperties>
</file>